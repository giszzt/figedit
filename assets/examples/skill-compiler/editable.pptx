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4574500" cy="9134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26a7b41c3141c6e.png"/>
  <Relationship Id="rId3" Type="http://schemas.openxmlformats.org/officeDocument/2006/relationships/image" Target="../media/image_e25e9e6bd9d5e323.png"/>
  <Relationship Id="rId4" Type="http://schemas.openxmlformats.org/officeDocument/2006/relationships/image" Target="../media/image_5ddb0911df750946.png"/>
  <Relationship Id="rId5" Type="http://schemas.openxmlformats.org/officeDocument/2006/relationships/image" Target="../media/image_ebdc0ecc392f803f.png"/>
  <Relationship Id="rId6" Type="http://schemas.openxmlformats.org/officeDocument/2006/relationships/image" Target="../media/image_2b324ec5d89165ed.png"/>
  <Relationship Id="rId7" Type="http://schemas.openxmlformats.org/officeDocument/2006/relationships/image" Target="../media/image_fe2545b72e58b6d0.png"/>
  <Relationship Id="rId8" Type="http://schemas.openxmlformats.org/officeDocument/2006/relationships/image" Target="../media/image_f790e12277b6a3d5.png"/>
  <Relationship Id="rId9" Type="http://schemas.openxmlformats.org/officeDocument/2006/relationships/image" Target="../media/image_6b3c702e0ea13567.png"/>
  <Relationship Id="rId10" Type="http://schemas.openxmlformats.org/officeDocument/2006/relationships/image" Target="../media/image_e1cad73c821ef435.png"/>
  <Relationship Id="rId11" Type="http://schemas.openxmlformats.org/officeDocument/2006/relationships/image" Target="../media/image_d8268d3af5875a72.png"/>
  <Relationship Id="rId12" Type="http://schemas.openxmlformats.org/officeDocument/2006/relationships/image" Target="../media/image_4d42faf927ec3a37.png"/>
  <Relationship Id="rId13" Type="http://schemas.openxmlformats.org/officeDocument/2006/relationships/image" Target="../media/image_34d099f96aaeae67.pn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24574500" cy="91344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57150" y="85725"/>
            <a:ext cx="24450675" cy="9029700"/>
            <a:chOff x="57150" y="85725"/>
            <a:chExt cx="24450675" cy="9029700"/>
          </a:xfrm>
        </p:grpSpPr>
        <p:sp>
          <p:nvSpPr>
            <p:cNvPr id="3" name="Rectangle 3"/>
            <p:cNvSpPr/>
            <p:nvPr/>
          </p:nvSpPr>
          <p:spPr>
            <a:xfrm>
              <a:off x="57150" y="85725"/>
              <a:ext cx="6257925" cy="9029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6715125" y="85725"/>
              <a:ext cx="13544550" cy="9029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20612100" y="85725"/>
              <a:ext cx="3895725" cy="9029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" y="85725"/>
              <a:ext cx="6257925" cy="85725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715125" y="85725"/>
              <a:ext cx="13544550" cy="85725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715125" y="4905375"/>
              <a:ext cx="13544550" cy="86677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20612100" y="85725"/>
              <a:ext cx="3895725" cy="85725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933450" y="1304925"/>
              <a:ext cx="4505325" cy="1762125"/>
            </a:xfrm>
            <a:prstGeom prst="rect">
              <a:avLst/>
            </a:prstGeom>
            <a:solidFill>
              <a:srgbClr val="F8E3D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3667125"/>
              <a:ext cx="5200650" cy="1885950"/>
            </a:xfrm>
            <a:prstGeom prst="roundRect">
              <a:avLst>
                <a:gd name="adj" fmla="val 14141"/>
              </a:avLst>
            </a:prstGeom>
            <a:solidFill>
              <a:srgbClr val="FBF9FB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819400" y="6191250"/>
              <a:ext cx="2905125" cy="2152650"/>
            </a:xfrm>
            <a:prstGeom prst="roundRect">
              <a:avLst>
                <a:gd name="adj" fmla="val 7080"/>
              </a:avLst>
            </a:prstGeom>
            <a:solidFill>
              <a:srgbClr val="E9FBFF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7048500" y="1381125"/>
              <a:ext cx="3638550" cy="2066925"/>
            </a:xfrm>
            <a:custGeom>
              <a:avLst/>
              <a:gdLst/>
              <a:ahLst/>
              <a:cxnLst/>
              <a:rect l="l" t="t" r="r" b="b"/>
              <a:pathLst>
                <a:path w="3638550" h="2066925">
                  <a:moveTo>
                    <a:pt x="0" y="409575"/>
                  </a:moveTo>
                  <a:cubicBezTo>
                    <a:pt x="0" y="0"/>
                    <a:pt x="3638550" y="0"/>
                    <a:pt x="3638550" y="409575"/>
                  </a:cubicBezTo>
                  <a:lnTo>
                    <a:pt x="3638550" y="1695450"/>
                  </a:lnTo>
                  <a:cubicBezTo>
                    <a:pt x="3638550" y="2066925"/>
                    <a:pt x="0" y="2066925"/>
                    <a:pt x="0" y="16954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784363" y="1537970"/>
            <a:ext cx="21866087" cy="6653530"/>
            <a:chOff x="784363" y="1537970"/>
            <a:chExt cx="21866087" cy="6653530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4363" y="4000500"/>
              <a:ext cx="1212574" cy="1162050"/>
            </a:xfrm>
            <a:prstGeom prst="rect">
              <a:avLst/>
            </a:prstGeom>
          </p:spPr>
        </p:pic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40676" y="7286625"/>
              <a:ext cx="2005399" cy="904875"/>
            </a:xfrm>
            <a:prstGeom prst="rect">
              <a:avLst/>
            </a:prstGeom>
          </p:spPr>
        </p:pic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50112" y="2152650"/>
              <a:ext cx="3111500" cy="1066800"/>
            </a:xfrm>
            <a:prstGeom prst="rect">
              <a:avLst/>
            </a:prstGeom>
          </p:spPr>
        </p:pic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734511" y="1657350"/>
              <a:ext cx="743527" cy="533400"/>
            </a:xfrm>
            <a:prstGeom prst="rect">
              <a:avLst/>
            </a:prstGeom>
          </p:spPr>
        </p:pic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906500" y="1562100"/>
              <a:ext cx="723900" cy="704850"/>
            </a:xfrm>
            <a:prstGeom prst="rect">
              <a:avLst/>
            </a:prstGeom>
          </p:spPr>
        </p:pic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144750" y="1537970"/>
              <a:ext cx="742950" cy="924560"/>
            </a:xfrm>
            <a:prstGeom prst="rect">
              <a:avLst/>
            </a:prstGeom>
          </p:spPr>
        </p:pic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801475" y="3181350"/>
              <a:ext cx="781050" cy="781050"/>
            </a:xfrm>
            <a:prstGeom prst="rect">
              <a:avLst/>
            </a:prstGeom>
          </p:spPr>
        </p:pic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3925550" y="3276600"/>
              <a:ext cx="723900" cy="704850"/>
            </a:xfrm>
            <a:prstGeom prst="rect">
              <a:avLst/>
            </a:prstGeom>
          </p:spPr>
        </p:pic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5201900" y="3267670"/>
              <a:ext cx="800100" cy="941784"/>
            </a:xfrm>
            <a:prstGeom prst="rect">
              <a:avLst/>
            </a:prstGeom>
          </p:spPr>
        </p:pic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130344" y="6019800"/>
              <a:ext cx="1598436" cy="876300"/>
            </a:xfrm>
            <a:prstGeom prst="rect">
              <a:avLst/>
            </a:prstGeom>
          </p:spPr>
        </p:pic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8350962" y="6019800"/>
              <a:ext cx="1045651" cy="971550"/>
            </a:xfrm>
            <a:prstGeom prst="rect">
              <a:avLst/>
            </a:prstGeom>
          </p:spPr>
        </p:pic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2098000" y="7261860"/>
              <a:ext cx="552450" cy="773430"/>
            </a:xfrm>
            <a:prstGeom prst="rect">
              <a:avLst/>
            </a:prstGeom>
          </p:spPr>
        </p:pic>
      </p:grpSp>
      <p:grpSp>
        <p:nvGrpSpPr>
          <p:cNvPr id="43" name="Group 43"/>
          <p:cNvGrpSpPr/>
          <p:nvPr/>
        </p:nvGrpSpPr>
        <p:grpSpPr>
          <a:xfrm>
            <a:off x="57150" y="85725"/>
            <a:ext cx="24450675" cy="9029700"/>
            <a:chOff x="57150" y="85725"/>
            <a:chExt cx="24450675" cy="9029700"/>
          </a:xfrm>
        </p:grpSpPr>
        <p:sp>
          <p:nvSpPr>
            <p:cNvPr id="28" name="Rectangle 28"/>
            <p:cNvSpPr/>
            <p:nvPr/>
          </p:nvSpPr>
          <p:spPr>
            <a:xfrm>
              <a:off x="57150" y="85725"/>
              <a:ext cx="6257925" cy="9029700"/>
            </a:xfrm>
            <a:prstGeom prst="rect">
              <a:avLst/>
            </a:prstGeom>
            <a:noFill/>
            <a:ln w="38100">
              <a:solidFill>
                <a:srgbClr val="111111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715125" y="85725"/>
              <a:ext cx="13544550" cy="4657725"/>
            </a:xfrm>
            <a:prstGeom prst="rect">
              <a:avLst/>
            </a:prstGeom>
            <a:noFill/>
            <a:ln w="38100">
              <a:solidFill>
                <a:srgbClr val="111111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715125" y="4905375"/>
              <a:ext cx="13544550" cy="4210050"/>
            </a:xfrm>
            <a:prstGeom prst="rect">
              <a:avLst/>
            </a:prstGeom>
            <a:noFill/>
            <a:ln w="38100">
              <a:solidFill>
                <a:srgbClr val="111111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0612100" y="85725"/>
              <a:ext cx="3895725" cy="9029700"/>
            </a:xfrm>
            <a:prstGeom prst="rect">
              <a:avLst/>
            </a:prstGeom>
            <a:noFill/>
            <a:ln w="38100">
              <a:solidFill>
                <a:srgbClr val="111111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57150" y="942975"/>
              <a:ext cx="6257925" cy="9525"/>
            </a:xfrm>
            <a:custGeom>
              <a:avLst/>
              <a:gdLst/>
              <a:ahLst/>
              <a:cxnLst/>
              <a:rect l="l" t="t" r="r" b="b"/>
              <a:pathLst>
                <a:path w="6257925" h="9525">
                  <a:moveTo>
                    <a:pt x="0" y="0"/>
                  </a:moveTo>
                  <a:lnTo>
                    <a:pt x="6257925" y="0"/>
                  </a:lnTo>
                </a:path>
              </a:pathLst>
            </a:custGeom>
            <a:noFill/>
            <a:ln w="38100">
              <a:solidFill>
                <a:srgbClr val="111111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6715125" y="942975"/>
              <a:ext cx="13544550" cy="9525"/>
            </a:xfrm>
            <a:custGeom>
              <a:avLst/>
              <a:gdLst/>
              <a:ahLst/>
              <a:cxnLst/>
              <a:rect l="l" t="t" r="r" b="b"/>
              <a:pathLst>
                <a:path w="13544550" h="9525">
                  <a:moveTo>
                    <a:pt x="0" y="0"/>
                  </a:moveTo>
                  <a:lnTo>
                    <a:pt x="13544550" y="0"/>
                  </a:lnTo>
                </a:path>
              </a:pathLst>
            </a:custGeom>
            <a:noFill/>
            <a:ln w="38100">
              <a:solidFill>
                <a:srgbClr val="111111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6715125" y="5772150"/>
              <a:ext cx="13544550" cy="9525"/>
            </a:xfrm>
            <a:custGeom>
              <a:avLst/>
              <a:gdLst/>
              <a:ahLst/>
              <a:cxnLst/>
              <a:rect l="l" t="t" r="r" b="b"/>
              <a:pathLst>
                <a:path w="13544550" h="9525">
                  <a:moveTo>
                    <a:pt x="0" y="0"/>
                  </a:moveTo>
                  <a:lnTo>
                    <a:pt x="13544550" y="0"/>
                  </a:lnTo>
                </a:path>
              </a:pathLst>
            </a:custGeom>
            <a:noFill/>
            <a:ln w="38100">
              <a:solidFill>
                <a:srgbClr val="111111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20612100" y="942975"/>
              <a:ext cx="3895725" cy="9525"/>
            </a:xfrm>
            <a:custGeom>
              <a:avLst/>
              <a:gdLst/>
              <a:ahLst/>
              <a:cxnLst/>
              <a:rect l="l" t="t" r="r" b="b"/>
              <a:pathLst>
                <a:path w="3895725" h="9525">
                  <a:moveTo>
                    <a:pt x="0" y="0"/>
                  </a:moveTo>
                  <a:lnTo>
                    <a:pt x="3895725" y="0"/>
                  </a:lnTo>
                </a:path>
              </a:pathLst>
            </a:custGeom>
            <a:noFill/>
            <a:ln w="38100">
              <a:solidFill>
                <a:srgbClr val="111111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33450" y="1304925"/>
              <a:ext cx="4505325" cy="1762125"/>
            </a:xfrm>
            <a:prstGeom prst="rect">
              <a:avLst/>
            </a:prstGeom>
            <a:noFill/>
            <a:ln w="38100">
              <a:solidFill>
                <a:srgbClr val="8A421D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9600" y="3667125"/>
              <a:ext cx="5200650" cy="1885950"/>
            </a:xfrm>
            <a:prstGeom prst="roundRect">
              <a:avLst>
                <a:gd name="adj" fmla="val 14141"/>
              </a:avLst>
            </a:prstGeom>
            <a:noFill/>
            <a:ln w="38100">
              <a:solidFill>
                <a:srgbClr val="64334D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819400" y="6191250"/>
              <a:ext cx="2905125" cy="2152650"/>
            </a:xfrm>
            <a:prstGeom prst="roundRect">
              <a:avLst>
                <a:gd name="adj" fmla="val 7080"/>
              </a:avLst>
            </a:prstGeom>
            <a:noFill/>
            <a:ln w="38100">
              <a:solidFill>
                <a:srgbClr val="11AEE8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7048500" y="1466850"/>
              <a:ext cx="3638550" cy="6477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111111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048500" y="1790700"/>
              <a:ext cx="3638550" cy="1657350"/>
            </a:xfrm>
            <a:custGeom>
              <a:avLst/>
              <a:gdLst/>
              <a:ahLst/>
              <a:cxnLst/>
              <a:rect l="l" t="t" r="r" b="b"/>
              <a:pathLst>
                <a:path w="3638550" h="1657350">
                  <a:moveTo>
                    <a:pt x="0" y="0"/>
                  </a:moveTo>
                  <a:lnTo>
                    <a:pt x="0" y="1285875"/>
                  </a:lnTo>
                  <a:cubicBezTo>
                    <a:pt x="0" y="1657350"/>
                    <a:pt x="3638550" y="1657350"/>
                    <a:pt x="3638550" y="1285875"/>
                  </a:cubicBezTo>
                  <a:lnTo>
                    <a:pt x="3638550" y="0"/>
                  </a:lnTo>
                </a:path>
              </a:pathLst>
            </a:custGeom>
            <a:noFill/>
            <a:ln w="38100">
              <a:solidFill>
                <a:srgbClr val="111111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1268075" y="1228725"/>
              <a:ext cx="5191125" cy="1504950"/>
            </a:xfrm>
            <a:prstGeom prst="rect">
              <a:avLst/>
            </a:prstGeom>
            <a:noFill/>
            <a:ln w="38100">
              <a:solidFill>
                <a:srgbClr val="B95425"/>
              </a:solidFill>
              <a:custDash>
                <a:ds d="450000" sp="350000"/>
              </a:custDash>
            </a:ln>
          </p:spPr>
        </p:sp>
        <p:sp>
          <p:nvSpPr>
            <p:cNvPr id="42" name="Rectangle 42"/>
            <p:cNvSpPr/>
            <p:nvPr/>
          </p:nvSpPr>
          <p:spPr>
            <a:xfrm>
              <a:off x="11268075" y="3000375"/>
              <a:ext cx="5191125" cy="1409700"/>
            </a:xfrm>
            <a:prstGeom prst="rect">
              <a:avLst/>
            </a:prstGeom>
            <a:noFill/>
            <a:ln w="38100">
              <a:solidFill>
                <a:srgbClr val="B95425"/>
              </a:solidFill>
              <a:custDash>
                <a:ds d="450000" sp="350000"/>
              </a:custDash>
            </a:ln>
          </p:spPr>
        </p:sp>
      </p:grpSp>
      <p:grpSp>
        <p:nvGrpSpPr>
          <p:cNvPr id="84" name="Group 84"/>
          <p:cNvGrpSpPr/>
          <p:nvPr/>
        </p:nvGrpSpPr>
        <p:grpSpPr>
          <a:xfrm>
            <a:off x="895350" y="1152525"/>
            <a:ext cx="23002875" cy="7781925"/>
            <a:chOff x="895350" y="1152525"/>
            <a:chExt cx="23002875" cy="7781925"/>
          </a:xfrm>
        </p:grpSpPr>
        <p:sp>
          <p:nvSpPr>
            <p:cNvPr id="44" name="Polygon 44"/>
            <p:cNvSpPr/>
            <p:nvPr/>
          </p:nvSpPr>
          <p:spPr>
            <a:xfrm>
              <a:off x="5162550" y="2724150"/>
              <a:ext cx="266700" cy="342900"/>
            </a:xfrm>
            <a:custGeom>
              <a:avLst/>
              <a:gdLst/>
              <a:ahLst/>
              <a:cxnLst/>
              <a:rect l="l" t="t" r="r" b="b"/>
              <a:pathLst>
                <a:path w="266700" h="342900">
                  <a:moveTo>
                    <a:pt x="0" y="114300"/>
                  </a:moveTo>
                  <a:lnTo>
                    <a:pt x="26670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6EFE9"/>
            </a:solidFill>
            <a:ln w="38100">
              <a:solidFill>
                <a:srgbClr val="8A421D"/>
              </a:solidFill>
            </a:ln>
          </p:spPr>
        </p:sp>
        <p:sp>
          <p:nvSpPr>
            <p:cNvPr id="45" name="Polygon 45"/>
            <p:cNvSpPr/>
            <p:nvPr/>
          </p:nvSpPr>
          <p:spPr>
            <a:xfrm>
              <a:off x="2619375" y="3171825"/>
              <a:ext cx="990600" cy="457200"/>
            </a:xfrm>
            <a:custGeom>
              <a:avLst/>
              <a:gdLst/>
              <a:ahLst/>
              <a:cxnLst/>
              <a:rect l="l" t="t" r="r" b="b"/>
              <a:pathLst>
                <a:path w="990600" h="457200">
                  <a:moveTo>
                    <a:pt x="238125" y="0"/>
                  </a:moveTo>
                  <a:lnTo>
                    <a:pt x="752475" y="0"/>
                  </a:lnTo>
                  <a:lnTo>
                    <a:pt x="752475" y="200025"/>
                  </a:lnTo>
                  <a:lnTo>
                    <a:pt x="990600" y="200025"/>
                  </a:lnTo>
                  <a:lnTo>
                    <a:pt x="495300" y="457200"/>
                  </a:lnTo>
                  <a:lnTo>
                    <a:pt x="0" y="200025"/>
                  </a:lnTo>
                  <a:lnTo>
                    <a:pt x="238125" y="200025"/>
                  </a:lnTo>
                  <a:close/>
                </a:path>
              </a:pathLst>
            </a:custGeom>
            <a:solidFill>
              <a:srgbClr val="FFFFFF"/>
            </a:solidFill>
            <a:ln w="38100">
              <a:solidFill>
                <a:srgbClr val="111111"/>
              </a:solidFill>
            </a:ln>
          </p:spPr>
        </p:sp>
        <p:sp>
          <p:nvSpPr>
            <p:cNvPr id="46" name="Polygon 46"/>
            <p:cNvSpPr/>
            <p:nvPr/>
          </p:nvSpPr>
          <p:spPr>
            <a:xfrm>
              <a:off x="942975" y="5705475"/>
              <a:ext cx="971550" cy="504825"/>
            </a:xfrm>
            <a:custGeom>
              <a:avLst/>
              <a:gdLst/>
              <a:ahLst/>
              <a:cxnLst/>
              <a:rect l="l" t="t" r="r" b="b"/>
              <a:pathLst>
                <a:path w="971550" h="504825">
                  <a:moveTo>
                    <a:pt x="228600" y="0"/>
                  </a:moveTo>
                  <a:lnTo>
                    <a:pt x="733425" y="0"/>
                  </a:lnTo>
                  <a:lnTo>
                    <a:pt x="733425" y="247650"/>
                  </a:lnTo>
                  <a:lnTo>
                    <a:pt x="971550" y="247650"/>
                  </a:lnTo>
                  <a:lnTo>
                    <a:pt x="485775" y="504825"/>
                  </a:lnTo>
                  <a:lnTo>
                    <a:pt x="0" y="247650"/>
                  </a:lnTo>
                  <a:lnTo>
                    <a:pt x="228600" y="247650"/>
                  </a:lnTo>
                  <a:close/>
                </a:path>
              </a:pathLst>
            </a:custGeom>
            <a:solidFill>
              <a:srgbClr val="FFFFFF"/>
            </a:solidFill>
            <a:ln w="38100">
              <a:solidFill>
                <a:srgbClr val="111111"/>
              </a:solidFill>
            </a:ln>
          </p:spPr>
        </p:sp>
        <p:sp>
          <p:nvSpPr>
            <p:cNvPr id="47" name="Polygon 47"/>
            <p:cNvSpPr/>
            <p:nvPr/>
          </p:nvSpPr>
          <p:spPr>
            <a:xfrm>
              <a:off x="914400" y="6343650"/>
              <a:ext cx="1181100" cy="771525"/>
            </a:xfrm>
            <a:custGeom>
              <a:avLst/>
              <a:gdLst/>
              <a:ahLst/>
              <a:cxnLst/>
              <a:rect l="l" t="t" r="r" b="b"/>
              <a:pathLst>
                <a:path w="1181100" h="771525">
                  <a:moveTo>
                    <a:pt x="0" y="0"/>
                  </a:moveTo>
                  <a:lnTo>
                    <a:pt x="1181100" y="0"/>
                  </a:lnTo>
                  <a:lnTo>
                    <a:pt x="971550" y="771525"/>
                  </a:lnTo>
                  <a:lnTo>
                    <a:pt x="209550" y="771525"/>
                  </a:lnTo>
                  <a:close/>
                </a:path>
              </a:pathLst>
            </a:custGeom>
            <a:solidFill>
              <a:srgbClr val="FF9238"/>
            </a:solidFill>
            <a:ln>
              <a:noFill/>
            </a:ln>
          </p:spPr>
        </p:sp>
        <p:sp>
          <p:nvSpPr>
            <p:cNvPr id="48" name="Polygon 48"/>
            <p:cNvSpPr/>
            <p:nvPr/>
          </p:nvSpPr>
          <p:spPr>
            <a:xfrm>
              <a:off x="895350" y="7315200"/>
              <a:ext cx="1238250" cy="809625"/>
            </a:xfrm>
            <a:custGeom>
              <a:avLst/>
              <a:gdLst/>
              <a:ahLst/>
              <a:cxnLst/>
              <a:rect l="l" t="t" r="r" b="b"/>
              <a:pathLst>
                <a:path w="1238250" h="809625">
                  <a:moveTo>
                    <a:pt x="0" y="0"/>
                  </a:moveTo>
                  <a:lnTo>
                    <a:pt x="1238250" y="0"/>
                  </a:lnTo>
                  <a:lnTo>
                    <a:pt x="1038225" y="809625"/>
                  </a:lnTo>
                  <a:lnTo>
                    <a:pt x="200025" y="809625"/>
                  </a:lnTo>
                  <a:close/>
                </a:path>
              </a:pathLst>
            </a:custGeom>
            <a:solidFill>
              <a:srgbClr val="FFC247"/>
            </a:solidFill>
            <a:ln>
              <a:noFill/>
            </a:ln>
          </p:spPr>
        </p:sp>
        <p:sp>
          <p:nvSpPr>
            <p:cNvPr id="49" name="Polygon 49"/>
            <p:cNvSpPr/>
            <p:nvPr/>
          </p:nvSpPr>
          <p:spPr>
            <a:xfrm>
              <a:off x="10763250" y="1990725"/>
              <a:ext cx="495300" cy="1181100"/>
            </a:xfrm>
            <a:custGeom>
              <a:avLst/>
              <a:gdLst/>
              <a:ahLst/>
              <a:cxnLst/>
              <a:rect l="l" t="t" r="r" b="b"/>
              <a:pathLst>
                <a:path w="495300" h="1181100">
                  <a:moveTo>
                    <a:pt x="0" y="238125"/>
                  </a:moveTo>
                  <a:lnTo>
                    <a:pt x="238125" y="238125"/>
                  </a:lnTo>
                  <a:lnTo>
                    <a:pt x="238125" y="0"/>
                  </a:lnTo>
                  <a:lnTo>
                    <a:pt x="495300" y="590550"/>
                  </a:lnTo>
                  <a:lnTo>
                    <a:pt x="238125" y="1181100"/>
                  </a:lnTo>
                  <a:lnTo>
                    <a:pt x="238125" y="904875"/>
                  </a:lnTo>
                  <a:lnTo>
                    <a:pt x="0" y="904875"/>
                  </a:lnTo>
                  <a:close/>
                </a:path>
              </a:pathLst>
            </a:custGeom>
            <a:solidFill>
              <a:srgbClr val="FFFFFF"/>
            </a:solidFill>
            <a:ln w="38100">
              <a:solidFill>
                <a:srgbClr val="111111"/>
              </a:solidFill>
            </a:ln>
          </p:spPr>
        </p:sp>
        <p:sp>
          <p:nvSpPr>
            <p:cNvPr id="50" name="Polygon 50"/>
            <p:cNvSpPr/>
            <p:nvPr/>
          </p:nvSpPr>
          <p:spPr>
            <a:xfrm>
              <a:off x="13001625" y="1514475"/>
              <a:ext cx="657225" cy="514350"/>
            </a:xfrm>
            <a:custGeom>
              <a:avLst/>
              <a:gdLst/>
              <a:ahLst/>
              <a:cxnLst/>
              <a:rect l="l" t="t" r="r" b="b"/>
              <a:pathLst>
                <a:path w="657225" h="514350">
                  <a:moveTo>
                    <a:pt x="123825" y="0"/>
                  </a:moveTo>
                  <a:lnTo>
                    <a:pt x="657225" y="38100"/>
                  </a:lnTo>
                  <a:lnTo>
                    <a:pt x="533400" y="51435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FF9238"/>
            </a:solidFill>
            <a:ln>
              <a:noFill/>
            </a:ln>
          </p:spPr>
        </p:sp>
        <p:sp>
          <p:nvSpPr>
            <p:cNvPr id="51" name="Polygon 51"/>
            <p:cNvSpPr/>
            <p:nvPr/>
          </p:nvSpPr>
          <p:spPr>
            <a:xfrm>
              <a:off x="13001625" y="1981200"/>
              <a:ext cx="676275" cy="514350"/>
            </a:xfrm>
            <a:custGeom>
              <a:avLst/>
              <a:gdLst/>
              <a:ahLst/>
              <a:cxnLst/>
              <a:rect l="l" t="t" r="r" b="b"/>
              <a:pathLst>
                <a:path w="676275" h="514350">
                  <a:moveTo>
                    <a:pt x="133350" y="0"/>
                  </a:moveTo>
                  <a:lnTo>
                    <a:pt x="676275" y="66675"/>
                  </a:lnTo>
                  <a:lnTo>
                    <a:pt x="552450" y="514350"/>
                  </a:lnTo>
                  <a:lnTo>
                    <a:pt x="0" y="447675"/>
                  </a:lnTo>
                  <a:close/>
                </a:path>
              </a:pathLst>
            </a:custGeom>
            <a:solidFill>
              <a:srgbClr val="FFC247"/>
            </a:solidFill>
            <a:ln>
              <a:noFill/>
            </a:ln>
          </p:spPr>
        </p:sp>
        <p:sp>
          <p:nvSpPr>
            <p:cNvPr id="52" name="Polygon 52"/>
            <p:cNvSpPr/>
            <p:nvPr/>
          </p:nvSpPr>
          <p:spPr>
            <a:xfrm>
              <a:off x="13001625" y="3257550"/>
              <a:ext cx="666750" cy="504825"/>
            </a:xfrm>
            <a:custGeom>
              <a:avLst/>
              <a:gdLst/>
              <a:ahLst/>
              <a:cxnLst/>
              <a:rect l="l" t="t" r="r" b="b"/>
              <a:pathLst>
                <a:path w="666750" h="504825">
                  <a:moveTo>
                    <a:pt x="133350" y="0"/>
                  </a:moveTo>
                  <a:lnTo>
                    <a:pt x="666750" y="38100"/>
                  </a:lnTo>
                  <a:lnTo>
                    <a:pt x="542925" y="504825"/>
                  </a:lnTo>
                  <a:lnTo>
                    <a:pt x="0" y="466725"/>
                  </a:lnTo>
                  <a:close/>
                </a:path>
              </a:pathLst>
            </a:custGeom>
            <a:solidFill>
              <a:srgbClr val="FF9238"/>
            </a:solidFill>
            <a:ln>
              <a:noFill/>
            </a:ln>
          </p:spPr>
        </p:sp>
        <p:sp>
          <p:nvSpPr>
            <p:cNvPr id="53" name="Polygon 53"/>
            <p:cNvSpPr/>
            <p:nvPr/>
          </p:nvSpPr>
          <p:spPr>
            <a:xfrm>
              <a:off x="13001625" y="3733800"/>
              <a:ext cx="676275" cy="514350"/>
            </a:xfrm>
            <a:custGeom>
              <a:avLst/>
              <a:gdLst/>
              <a:ahLst/>
              <a:cxnLst/>
              <a:rect l="l" t="t" r="r" b="b"/>
              <a:pathLst>
                <a:path w="676275" h="514350">
                  <a:moveTo>
                    <a:pt x="133350" y="0"/>
                  </a:moveTo>
                  <a:lnTo>
                    <a:pt x="676275" y="66675"/>
                  </a:lnTo>
                  <a:lnTo>
                    <a:pt x="552450" y="51435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FFC247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16821150" y="1152525"/>
              <a:ext cx="2905125" cy="733425"/>
            </a:xfrm>
            <a:prstGeom prst="roundRect">
              <a:avLst>
                <a:gd name="adj" fmla="val 12987"/>
              </a:avLst>
            </a:prstGeom>
            <a:solidFill>
              <a:srgbClr val="A94773"/>
            </a:solidFill>
            <a:ln w="38100">
              <a:solidFill>
                <a:srgbClr val="64334D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6849725" y="2438400"/>
              <a:ext cx="2895600" cy="723900"/>
            </a:xfrm>
            <a:prstGeom prst="roundRect">
              <a:avLst>
                <a:gd name="adj" fmla="val 13158"/>
              </a:avLst>
            </a:prstGeom>
            <a:solidFill>
              <a:srgbClr val="A94773"/>
            </a:solidFill>
            <a:ln w="38100">
              <a:solidFill>
                <a:srgbClr val="64334D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16849725" y="3419475"/>
              <a:ext cx="2914650" cy="866775"/>
            </a:xfrm>
            <a:prstGeom prst="roundRect">
              <a:avLst>
                <a:gd name="adj" fmla="val 10989"/>
              </a:avLst>
            </a:prstGeom>
            <a:solidFill>
              <a:srgbClr val="FFFFFF"/>
            </a:solidFill>
            <a:ln w="38100">
              <a:solidFill>
                <a:srgbClr val="64334D"/>
              </a:solidFill>
            </a:ln>
          </p:spPr>
        </p:sp>
        <p:sp>
          <p:nvSpPr>
            <p:cNvPr id="57" name="Polygon 57"/>
            <p:cNvSpPr/>
            <p:nvPr/>
          </p:nvSpPr>
          <p:spPr>
            <a:xfrm>
              <a:off x="11268075" y="5934075"/>
              <a:ext cx="514350" cy="1104900"/>
            </a:xfrm>
            <a:custGeom>
              <a:avLst/>
              <a:gdLst/>
              <a:ahLst/>
              <a:cxnLst/>
              <a:rect l="l" t="t" r="r" b="b"/>
              <a:pathLst>
                <a:path w="514350" h="1104900">
                  <a:moveTo>
                    <a:pt x="0" y="238125"/>
                  </a:moveTo>
                  <a:lnTo>
                    <a:pt x="257175" y="238125"/>
                  </a:lnTo>
                  <a:lnTo>
                    <a:pt x="257175" y="0"/>
                  </a:lnTo>
                  <a:lnTo>
                    <a:pt x="514350" y="552450"/>
                  </a:lnTo>
                  <a:lnTo>
                    <a:pt x="257175" y="1104900"/>
                  </a:lnTo>
                  <a:lnTo>
                    <a:pt x="257175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FFFFFF"/>
            </a:solidFill>
            <a:ln w="38100">
              <a:solidFill>
                <a:srgbClr val="111111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1887200" y="6010275"/>
              <a:ext cx="3448050" cy="885825"/>
            </a:xfrm>
            <a:prstGeom prst="roundRect">
              <a:avLst>
                <a:gd name="adj" fmla="val 12903"/>
              </a:avLst>
            </a:prstGeom>
            <a:solidFill>
              <a:srgbClr val="FFFFFF"/>
            </a:solidFill>
            <a:ln w="38100">
              <a:solidFill>
                <a:srgbClr val="64334D"/>
              </a:solidFill>
            </a:ln>
          </p:spPr>
        </p:sp>
        <p:sp>
          <p:nvSpPr>
            <p:cNvPr id="59" name="Polygon 59"/>
            <p:cNvSpPr/>
            <p:nvPr/>
          </p:nvSpPr>
          <p:spPr>
            <a:xfrm>
              <a:off x="15449550" y="5934075"/>
              <a:ext cx="523875" cy="1104900"/>
            </a:xfrm>
            <a:custGeom>
              <a:avLst/>
              <a:gdLst/>
              <a:ahLst/>
              <a:cxnLst/>
              <a:rect l="l" t="t" r="r" b="b"/>
              <a:pathLst>
                <a:path w="523875" h="1104900">
                  <a:moveTo>
                    <a:pt x="523875" y="238125"/>
                  </a:moveTo>
                  <a:lnTo>
                    <a:pt x="257175" y="238125"/>
                  </a:lnTo>
                  <a:lnTo>
                    <a:pt x="257175" y="0"/>
                  </a:lnTo>
                  <a:lnTo>
                    <a:pt x="0" y="552450"/>
                  </a:lnTo>
                  <a:lnTo>
                    <a:pt x="257175" y="1104900"/>
                  </a:lnTo>
                  <a:lnTo>
                    <a:pt x="257175" y="838200"/>
                  </a:lnTo>
                  <a:lnTo>
                    <a:pt x="523875" y="838200"/>
                  </a:lnTo>
                  <a:close/>
                </a:path>
              </a:pathLst>
            </a:custGeom>
            <a:solidFill>
              <a:srgbClr val="FFFFFF"/>
            </a:solidFill>
            <a:ln w="38100">
              <a:solidFill>
                <a:srgbClr val="111111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8249900" y="7981950"/>
              <a:ext cx="1524000" cy="742950"/>
            </a:xfrm>
            <a:prstGeom prst="roundRect">
              <a:avLst>
                <a:gd name="adj" fmla="val 15385"/>
              </a:avLst>
            </a:prstGeom>
            <a:solidFill>
              <a:srgbClr val="A94773"/>
            </a:solidFill>
            <a:ln w="38100">
              <a:solidFill>
                <a:srgbClr val="64334D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467600" y="7734300"/>
              <a:ext cx="1504950" cy="1181100"/>
            </a:xfrm>
            <a:prstGeom prst="rect">
              <a:avLst/>
            </a:prstGeom>
            <a:solidFill>
              <a:srgbClr val="EFFCFF"/>
            </a:solidFill>
            <a:ln w="38100">
              <a:solidFill>
                <a:srgbClr val="11AEE8"/>
              </a:solidFill>
            </a:ln>
          </p:spPr>
        </p:sp>
        <p:sp>
          <p:nvSpPr>
            <p:cNvPr id="62" name="Polygon 62"/>
            <p:cNvSpPr/>
            <p:nvPr/>
          </p:nvSpPr>
          <p:spPr>
            <a:xfrm>
              <a:off x="9182100" y="7734300"/>
              <a:ext cx="723900" cy="600075"/>
            </a:xfrm>
            <a:custGeom>
              <a:avLst/>
              <a:gdLst/>
              <a:ahLst/>
              <a:cxnLst/>
              <a:rect l="l" t="t" r="r" b="b"/>
              <a:pathLst>
                <a:path w="723900" h="600075">
                  <a:moveTo>
                    <a:pt x="123825" y="0"/>
                  </a:moveTo>
                  <a:lnTo>
                    <a:pt x="723900" y="38100"/>
                  </a:lnTo>
                  <a:lnTo>
                    <a:pt x="609600" y="600075"/>
                  </a:lnTo>
                  <a:lnTo>
                    <a:pt x="0" y="542925"/>
                  </a:lnTo>
                  <a:close/>
                </a:path>
              </a:pathLst>
            </a:custGeom>
            <a:solidFill>
              <a:srgbClr val="FF9238"/>
            </a:solidFill>
            <a:ln>
              <a:noFill/>
            </a:ln>
          </p:spPr>
        </p:sp>
        <p:sp>
          <p:nvSpPr>
            <p:cNvPr id="63" name="Polygon 63"/>
            <p:cNvSpPr/>
            <p:nvPr/>
          </p:nvSpPr>
          <p:spPr>
            <a:xfrm>
              <a:off x="9191625" y="8315325"/>
              <a:ext cx="752475" cy="619125"/>
            </a:xfrm>
            <a:custGeom>
              <a:avLst/>
              <a:gdLst/>
              <a:ahLst/>
              <a:cxnLst/>
              <a:rect l="l" t="t" r="r" b="b"/>
              <a:pathLst>
                <a:path w="752475" h="619125">
                  <a:moveTo>
                    <a:pt x="161925" y="0"/>
                  </a:moveTo>
                  <a:lnTo>
                    <a:pt x="752475" y="57150"/>
                  </a:lnTo>
                  <a:lnTo>
                    <a:pt x="638175" y="619125"/>
                  </a:lnTo>
                  <a:lnTo>
                    <a:pt x="0" y="581025"/>
                  </a:lnTo>
                  <a:close/>
                </a:path>
              </a:pathLst>
            </a:custGeom>
            <a:solidFill>
              <a:srgbClr val="FFC247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11001375" y="7734300"/>
              <a:ext cx="1504950" cy="1181100"/>
            </a:xfrm>
            <a:prstGeom prst="rect">
              <a:avLst/>
            </a:prstGeom>
            <a:solidFill>
              <a:srgbClr val="EFFCFF"/>
            </a:solidFill>
            <a:ln w="38100">
              <a:solidFill>
                <a:srgbClr val="11AEE8"/>
              </a:solidFill>
            </a:ln>
          </p:spPr>
        </p:sp>
        <p:sp>
          <p:nvSpPr>
            <p:cNvPr id="65" name="Polygon 65"/>
            <p:cNvSpPr/>
            <p:nvPr/>
          </p:nvSpPr>
          <p:spPr>
            <a:xfrm>
              <a:off x="12725400" y="7734300"/>
              <a:ext cx="723900" cy="600075"/>
            </a:xfrm>
            <a:custGeom>
              <a:avLst/>
              <a:gdLst/>
              <a:ahLst/>
              <a:cxnLst/>
              <a:rect l="l" t="t" r="r" b="b"/>
              <a:pathLst>
                <a:path w="723900" h="600075">
                  <a:moveTo>
                    <a:pt x="133350" y="0"/>
                  </a:moveTo>
                  <a:lnTo>
                    <a:pt x="723900" y="47625"/>
                  </a:lnTo>
                  <a:lnTo>
                    <a:pt x="609600" y="600075"/>
                  </a:lnTo>
                  <a:lnTo>
                    <a:pt x="0" y="552450"/>
                  </a:lnTo>
                  <a:close/>
                </a:path>
              </a:pathLst>
            </a:custGeom>
            <a:solidFill>
              <a:srgbClr val="FF9238"/>
            </a:solidFill>
            <a:ln>
              <a:noFill/>
            </a:ln>
          </p:spPr>
        </p:sp>
        <p:sp>
          <p:nvSpPr>
            <p:cNvPr id="66" name="Polygon 66"/>
            <p:cNvSpPr/>
            <p:nvPr/>
          </p:nvSpPr>
          <p:spPr>
            <a:xfrm>
              <a:off x="12734925" y="8315325"/>
              <a:ext cx="752475" cy="619125"/>
            </a:xfrm>
            <a:custGeom>
              <a:avLst/>
              <a:gdLst/>
              <a:ahLst/>
              <a:cxnLst/>
              <a:rect l="l" t="t" r="r" b="b"/>
              <a:pathLst>
                <a:path w="752475" h="619125">
                  <a:moveTo>
                    <a:pt x="171450" y="0"/>
                  </a:moveTo>
                  <a:lnTo>
                    <a:pt x="752475" y="57150"/>
                  </a:lnTo>
                  <a:lnTo>
                    <a:pt x="628650" y="619125"/>
                  </a:lnTo>
                  <a:lnTo>
                    <a:pt x="0" y="581025"/>
                  </a:lnTo>
                  <a:close/>
                </a:path>
              </a:pathLst>
            </a:custGeom>
            <a:solidFill>
              <a:srgbClr val="FFC247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15116175" y="7734300"/>
              <a:ext cx="1504950" cy="1181100"/>
            </a:xfrm>
            <a:prstGeom prst="rect">
              <a:avLst/>
            </a:prstGeom>
            <a:solidFill>
              <a:srgbClr val="EFFCFF"/>
            </a:solidFill>
            <a:ln w="38100">
              <a:solidFill>
                <a:srgbClr val="11AEE8"/>
              </a:solidFill>
            </a:ln>
          </p:spPr>
        </p:sp>
        <p:sp>
          <p:nvSpPr>
            <p:cNvPr id="68" name="Polygon 68"/>
            <p:cNvSpPr/>
            <p:nvPr/>
          </p:nvSpPr>
          <p:spPr>
            <a:xfrm>
              <a:off x="16964025" y="7734300"/>
              <a:ext cx="723900" cy="600075"/>
            </a:xfrm>
            <a:custGeom>
              <a:avLst/>
              <a:gdLst/>
              <a:ahLst/>
              <a:cxnLst/>
              <a:rect l="l" t="t" r="r" b="b"/>
              <a:pathLst>
                <a:path w="723900" h="600075">
                  <a:moveTo>
                    <a:pt x="123825" y="0"/>
                  </a:moveTo>
                  <a:lnTo>
                    <a:pt x="723900" y="38100"/>
                  </a:lnTo>
                  <a:lnTo>
                    <a:pt x="609600" y="600075"/>
                  </a:lnTo>
                  <a:lnTo>
                    <a:pt x="0" y="542925"/>
                  </a:lnTo>
                  <a:close/>
                </a:path>
              </a:pathLst>
            </a:custGeom>
            <a:solidFill>
              <a:srgbClr val="FF9238"/>
            </a:solidFill>
            <a:ln>
              <a:noFill/>
            </a:ln>
          </p:spPr>
        </p:sp>
        <p:sp>
          <p:nvSpPr>
            <p:cNvPr id="69" name="Polygon 69"/>
            <p:cNvSpPr/>
            <p:nvPr/>
          </p:nvSpPr>
          <p:spPr>
            <a:xfrm>
              <a:off x="16973550" y="8315325"/>
              <a:ext cx="742950" cy="619125"/>
            </a:xfrm>
            <a:custGeom>
              <a:avLst/>
              <a:gdLst/>
              <a:ahLst/>
              <a:cxnLst/>
              <a:rect l="l" t="t" r="r" b="b"/>
              <a:pathLst>
                <a:path w="742950" h="619125">
                  <a:moveTo>
                    <a:pt x="152400" y="0"/>
                  </a:moveTo>
                  <a:lnTo>
                    <a:pt x="742950" y="57150"/>
                  </a:lnTo>
                  <a:lnTo>
                    <a:pt x="628650" y="619125"/>
                  </a:lnTo>
                  <a:lnTo>
                    <a:pt x="0" y="581025"/>
                  </a:lnTo>
                  <a:close/>
                </a:path>
              </a:pathLst>
            </a:custGeom>
            <a:solidFill>
              <a:srgbClr val="FFC247"/>
            </a:solidFill>
            <a:ln>
              <a:noFill/>
            </a:ln>
          </p:spPr>
        </p:sp>
        <p:sp>
          <p:nvSpPr>
            <p:cNvPr id="70" name="Polygon 70"/>
            <p:cNvSpPr/>
            <p:nvPr/>
          </p:nvSpPr>
          <p:spPr>
            <a:xfrm>
              <a:off x="20945475" y="4133850"/>
              <a:ext cx="581025" cy="419100"/>
            </a:xfrm>
            <a:custGeom>
              <a:avLst/>
              <a:gdLst/>
              <a:ahLst/>
              <a:cxnLst/>
              <a:rect l="l" t="t" r="r" b="b"/>
              <a:pathLst>
                <a:path w="581025" h="419100">
                  <a:moveTo>
                    <a:pt x="114300" y="0"/>
                  </a:moveTo>
                  <a:lnTo>
                    <a:pt x="581025" y="0"/>
                  </a:lnTo>
                  <a:lnTo>
                    <a:pt x="466725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FF9238"/>
            </a:solidFill>
            <a:ln>
              <a:noFill/>
            </a:ln>
          </p:spPr>
        </p:sp>
        <p:sp>
          <p:nvSpPr>
            <p:cNvPr id="71" name="Polygon 71"/>
            <p:cNvSpPr/>
            <p:nvPr/>
          </p:nvSpPr>
          <p:spPr>
            <a:xfrm>
              <a:off x="20935950" y="4562475"/>
              <a:ext cx="590550" cy="419100"/>
            </a:xfrm>
            <a:custGeom>
              <a:avLst/>
              <a:gdLst/>
              <a:ahLst/>
              <a:cxnLst/>
              <a:rect l="l" t="t" r="r" b="b"/>
              <a:pathLst>
                <a:path w="590550" h="419100">
                  <a:moveTo>
                    <a:pt x="123825" y="0"/>
                  </a:moveTo>
                  <a:lnTo>
                    <a:pt x="590550" y="0"/>
                  </a:lnTo>
                  <a:lnTo>
                    <a:pt x="485775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FFC247"/>
            </a:solidFill>
            <a:ln>
              <a:noFill/>
            </a:ln>
          </p:spPr>
        </p:sp>
        <p:sp>
          <p:nvSpPr>
            <p:cNvPr id="72" name="Polygon 72"/>
            <p:cNvSpPr/>
            <p:nvPr/>
          </p:nvSpPr>
          <p:spPr>
            <a:xfrm>
              <a:off x="21812250" y="3705225"/>
              <a:ext cx="666750" cy="581025"/>
            </a:xfrm>
            <a:custGeom>
              <a:avLst/>
              <a:gdLst/>
              <a:ahLst/>
              <a:cxnLst/>
              <a:rect l="l" t="t" r="r" b="b"/>
              <a:pathLst>
                <a:path w="666750" h="581025">
                  <a:moveTo>
                    <a:pt x="114300" y="0"/>
                  </a:moveTo>
                  <a:lnTo>
                    <a:pt x="666750" y="28575"/>
                  </a:lnTo>
                  <a:lnTo>
                    <a:pt x="552450" y="581025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FF9238"/>
            </a:solidFill>
            <a:ln>
              <a:noFill/>
            </a:ln>
          </p:spPr>
        </p:sp>
        <p:sp>
          <p:nvSpPr>
            <p:cNvPr id="73" name="Polygon 73"/>
            <p:cNvSpPr/>
            <p:nvPr/>
          </p:nvSpPr>
          <p:spPr>
            <a:xfrm>
              <a:off x="21802725" y="4305300"/>
              <a:ext cx="676275" cy="571500"/>
            </a:xfrm>
            <a:custGeom>
              <a:avLst/>
              <a:gdLst/>
              <a:ahLst/>
              <a:cxnLst/>
              <a:rect l="l" t="t" r="r" b="b"/>
              <a:pathLst>
                <a:path w="676275" h="571500">
                  <a:moveTo>
                    <a:pt x="114300" y="0"/>
                  </a:moveTo>
                  <a:lnTo>
                    <a:pt x="676275" y="38100"/>
                  </a:lnTo>
                  <a:lnTo>
                    <a:pt x="571500" y="5715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FFC247"/>
            </a:solidFill>
            <a:ln>
              <a:noFill/>
            </a:ln>
          </p:spPr>
        </p:sp>
        <p:sp>
          <p:nvSpPr>
            <p:cNvPr id="74" name="Polygon 74"/>
            <p:cNvSpPr/>
            <p:nvPr/>
          </p:nvSpPr>
          <p:spPr>
            <a:xfrm>
              <a:off x="22840950" y="3667125"/>
              <a:ext cx="781050" cy="685800"/>
            </a:xfrm>
            <a:custGeom>
              <a:avLst/>
              <a:gdLst/>
              <a:ahLst/>
              <a:cxnLst/>
              <a:rect l="l" t="t" r="r" b="b"/>
              <a:pathLst>
                <a:path w="781050" h="685800">
                  <a:moveTo>
                    <a:pt x="142875" y="0"/>
                  </a:moveTo>
                  <a:lnTo>
                    <a:pt x="781050" y="95250"/>
                  </a:lnTo>
                  <a:lnTo>
                    <a:pt x="609600" y="685800"/>
                  </a:lnTo>
                  <a:lnTo>
                    <a:pt x="0" y="600075"/>
                  </a:lnTo>
                  <a:close/>
                </a:path>
              </a:pathLst>
            </a:custGeom>
            <a:solidFill>
              <a:srgbClr val="FF9238"/>
            </a:solidFill>
            <a:ln>
              <a:noFill/>
            </a:ln>
          </p:spPr>
        </p:sp>
        <p:sp>
          <p:nvSpPr>
            <p:cNvPr id="75" name="Polygon 75"/>
            <p:cNvSpPr/>
            <p:nvPr/>
          </p:nvSpPr>
          <p:spPr>
            <a:xfrm>
              <a:off x="22840950" y="4333875"/>
              <a:ext cx="790575" cy="685800"/>
            </a:xfrm>
            <a:custGeom>
              <a:avLst/>
              <a:gdLst/>
              <a:ahLst/>
              <a:cxnLst/>
              <a:rect l="l" t="t" r="r" b="b"/>
              <a:pathLst>
                <a:path w="790575" h="685800">
                  <a:moveTo>
                    <a:pt x="133350" y="0"/>
                  </a:moveTo>
                  <a:lnTo>
                    <a:pt x="790575" y="85725"/>
                  </a:lnTo>
                  <a:lnTo>
                    <a:pt x="619125" y="685800"/>
                  </a:lnTo>
                  <a:lnTo>
                    <a:pt x="0" y="600075"/>
                  </a:lnTo>
                  <a:close/>
                </a:path>
              </a:pathLst>
            </a:custGeom>
            <a:solidFill>
              <a:srgbClr val="FFC247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21821775" y="4781550"/>
              <a:ext cx="247650" cy="428625"/>
            </a:xfrm>
            <a:prstGeom prst="roundRect">
              <a:avLst>
                <a:gd name="adj" fmla="val 19231"/>
              </a:avLst>
            </a:prstGeom>
            <a:solidFill>
              <a:srgbClr val="888888"/>
            </a:solidFill>
            <a:ln w="38100">
              <a:solidFill>
                <a:srgbClr val="555555"/>
              </a:solidFill>
            </a:ln>
          </p:spPr>
        </p:sp>
        <p:sp>
          <p:nvSpPr>
            <p:cNvPr id="77" name="Polygon 77"/>
            <p:cNvSpPr/>
            <p:nvPr/>
          </p:nvSpPr>
          <p:spPr>
            <a:xfrm>
              <a:off x="21002625" y="6362700"/>
              <a:ext cx="581025" cy="438150"/>
            </a:xfrm>
            <a:custGeom>
              <a:avLst/>
              <a:gdLst/>
              <a:ahLst/>
              <a:cxnLst/>
              <a:rect l="l" t="t" r="r" b="b"/>
              <a:pathLst>
                <a:path w="581025" h="438150">
                  <a:moveTo>
                    <a:pt x="114300" y="0"/>
                  </a:moveTo>
                  <a:lnTo>
                    <a:pt x="581025" y="0"/>
                  </a:lnTo>
                  <a:lnTo>
                    <a:pt x="466725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FF9238"/>
            </a:solidFill>
            <a:ln>
              <a:noFill/>
            </a:ln>
          </p:spPr>
        </p:sp>
        <p:sp>
          <p:nvSpPr>
            <p:cNvPr id="78" name="Polygon 78"/>
            <p:cNvSpPr/>
            <p:nvPr/>
          </p:nvSpPr>
          <p:spPr>
            <a:xfrm>
              <a:off x="21002625" y="6810375"/>
              <a:ext cx="581025" cy="428625"/>
            </a:xfrm>
            <a:custGeom>
              <a:avLst/>
              <a:gdLst/>
              <a:ahLst/>
              <a:cxnLst/>
              <a:rect l="l" t="t" r="r" b="b"/>
              <a:pathLst>
                <a:path w="581025" h="428625">
                  <a:moveTo>
                    <a:pt x="114300" y="0"/>
                  </a:moveTo>
                  <a:lnTo>
                    <a:pt x="581025" y="0"/>
                  </a:lnTo>
                  <a:lnTo>
                    <a:pt x="476250" y="428625"/>
                  </a:lnTo>
                  <a:lnTo>
                    <a:pt x="0" y="428625"/>
                  </a:lnTo>
                  <a:close/>
                </a:path>
              </a:pathLst>
            </a:custGeom>
            <a:solidFill>
              <a:srgbClr val="FFC247"/>
            </a:solidFill>
            <a:ln>
              <a:noFill/>
            </a:ln>
          </p:spPr>
        </p:sp>
        <p:sp>
          <p:nvSpPr>
            <p:cNvPr id="79" name="Polygon 79"/>
            <p:cNvSpPr/>
            <p:nvPr/>
          </p:nvSpPr>
          <p:spPr>
            <a:xfrm>
              <a:off x="22069425" y="6315075"/>
              <a:ext cx="752475" cy="733425"/>
            </a:xfrm>
            <a:custGeom>
              <a:avLst/>
              <a:gdLst/>
              <a:ahLst/>
              <a:cxnLst/>
              <a:rect l="l" t="t" r="r" b="b"/>
              <a:pathLst>
                <a:path w="752475" h="733425">
                  <a:moveTo>
                    <a:pt x="123825" y="47625"/>
                  </a:moveTo>
                  <a:lnTo>
                    <a:pt x="752475" y="0"/>
                  </a:lnTo>
                  <a:lnTo>
                    <a:pt x="638175" y="676275"/>
                  </a:lnTo>
                  <a:lnTo>
                    <a:pt x="0" y="733425"/>
                  </a:lnTo>
                  <a:close/>
                </a:path>
              </a:pathLst>
            </a:custGeom>
            <a:solidFill>
              <a:srgbClr val="5577BB">
                <a:alpha val="85000"/>
              </a:srgbClr>
            </a:solidFill>
            <a:ln>
              <a:noFill/>
            </a:ln>
          </p:spPr>
        </p:sp>
        <p:sp>
          <p:nvSpPr>
            <p:cNvPr id="80" name="Polygon 80"/>
            <p:cNvSpPr/>
            <p:nvPr/>
          </p:nvSpPr>
          <p:spPr>
            <a:xfrm>
              <a:off x="22059900" y="6924675"/>
              <a:ext cx="752475" cy="752475"/>
            </a:xfrm>
            <a:custGeom>
              <a:avLst/>
              <a:gdLst/>
              <a:ahLst/>
              <a:cxnLst/>
              <a:rect l="l" t="t" r="r" b="b"/>
              <a:pathLst>
                <a:path w="752475" h="752475">
                  <a:moveTo>
                    <a:pt x="114300" y="66675"/>
                  </a:moveTo>
                  <a:lnTo>
                    <a:pt x="752475" y="0"/>
                  </a:lnTo>
                  <a:lnTo>
                    <a:pt x="638175" y="685800"/>
                  </a:lnTo>
                  <a:lnTo>
                    <a:pt x="0" y="752475"/>
                  </a:lnTo>
                  <a:close/>
                </a:path>
              </a:pathLst>
            </a:custGeom>
            <a:solidFill>
              <a:srgbClr val="A9ECF1">
                <a:alpha val="85000"/>
              </a:srgbClr>
            </a:solidFill>
            <a:ln>
              <a:noFill/>
            </a:ln>
          </p:spPr>
        </p:sp>
        <p:sp>
          <p:nvSpPr>
            <p:cNvPr id="81" name="Polygon 81"/>
            <p:cNvSpPr/>
            <p:nvPr/>
          </p:nvSpPr>
          <p:spPr>
            <a:xfrm>
              <a:off x="23183850" y="6334125"/>
              <a:ext cx="714375" cy="704850"/>
            </a:xfrm>
            <a:custGeom>
              <a:avLst/>
              <a:gdLst/>
              <a:ahLst/>
              <a:cxnLst/>
              <a:rect l="l" t="t" r="r" b="b"/>
              <a:pathLst>
                <a:path w="714375" h="704850">
                  <a:moveTo>
                    <a:pt x="114300" y="28575"/>
                  </a:moveTo>
                  <a:lnTo>
                    <a:pt x="714375" y="0"/>
                  </a:lnTo>
                  <a:lnTo>
                    <a:pt x="609600" y="657225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B33F78">
                <a:alpha val="90000"/>
              </a:srgbClr>
            </a:solidFill>
            <a:ln>
              <a:noFill/>
            </a:ln>
          </p:spPr>
        </p:sp>
        <p:sp>
          <p:nvSpPr>
            <p:cNvPr id="82" name="Polygon 82"/>
            <p:cNvSpPr/>
            <p:nvPr/>
          </p:nvSpPr>
          <p:spPr>
            <a:xfrm>
              <a:off x="23174325" y="6953250"/>
              <a:ext cx="723900" cy="714375"/>
            </a:xfrm>
            <a:custGeom>
              <a:avLst/>
              <a:gdLst/>
              <a:ahLst/>
              <a:cxnLst/>
              <a:rect l="l" t="t" r="r" b="b"/>
              <a:pathLst>
                <a:path w="723900" h="714375">
                  <a:moveTo>
                    <a:pt x="114300" y="38100"/>
                  </a:moveTo>
                  <a:lnTo>
                    <a:pt x="723900" y="0"/>
                  </a:lnTo>
                  <a:lnTo>
                    <a:pt x="619125" y="657225"/>
                  </a:lnTo>
                  <a:lnTo>
                    <a:pt x="0" y="714375"/>
                  </a:lnTo>
                  <a:close/>
                </a:path>
              </a:pathLst>
            </a:custGeom>
            <a:solidFill>
              <a:srgbClr val="EFA0CC">
                <a:alpha val="90000"/>
              </a:srgbClr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21783675" y="8048625"/>
              <a:ext cx="1228725" cy="876300"/>
            </a:xfrm>
            <a:prstGeom prst="rect">
              <a:avLst/>
            </a:prstGeom>
            <a:solidFill>
              <a:srgbClr val="EFFCFF"/>
            </a:solidFill>
            <a:ln w="38100">
              <a:solidFill>
                <a:srgbClr val="11AEE8"/>
              </a:solidFill>
            </a:ln>
          </p:spPr>
        </p:sp>
      </p:grpSp>
      <p:grpSp>
        <p:nvGrpSpPr>
          <p:cNvPr id="94" name="Group 94"/>
          <p:cNvGrpSpPr/>
          <p:nvPr/>
        </p:nvGrpSpPr>
        <p:grpSpPr>
          <a:xfrm>
            <a:off x="8048625" y="1457325"/>
            <a:ext cx="15249525" cy="7362825"/>
            <a:chOff x="8048625" y="1457325"/>
            <a:chExt cx="15249525" cy="7362825"/>
          </a:xfrm>
        </p:grpSpPr>
        <p:sp>
          <p:nvSpPr>
            <p:cNvPr id="85" name="Ellipse 85"/>
            <p:cNvSpPr/>
            <p:nvPr/>
          </p:nvSpPr>
          <p:spPr>
            <a:xfrm>
              <a:off x="8048625" y="8401050"/>
              <a:ext cx="323850" cy="323850"/>
            </a:xfrm>
            <a:prstGeom prst="ellipse">
              <a:avLst/>
            </a:prstGeom>
            <a:solidFill>
              <a:srgbClr val="BDEFFD"/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11572875" y="8401050"/>
              <a:ext cx="323850" cy="323850"/>
            </a:xfrm>
            <a:prstGeom prst="ellipse">
              <a:avLst/>
            </a:prstGeom>
            <a:solidFill>
              <a:srgbClr val="BDEFFD"/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15697200" y="8401050"/>
              <a:ext cx="323850" cy="323850"/>
            </a:xfrm>
            <a:prstGeom prst="ellipse">
              <a:avLst/>
            </a:prstGeom>
            <a:solidFill>
              <a:srgbClr val="BDEFFD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21936075" y="1638300"/>
              <a:ext cx="285750" cy="285750"/>
            </a:xfrm>
            <a:prstGeom prst="ellipse">
              <a:avLst/>
            </a:prstGeom>
            <a:solidFill>
              <a:srgbClr val="0EDFC8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22298025" y="1733550"/>
              <a:ext cx="400050" cy="400050"/>
            </a:xfrm>
            <a:prstGeom prst="ellipse">
              <a:avLst/>
            </a:prstGeom>
            <a:solidFill>
              <a:srgbClr val="F24B9A"/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22764750" y="1457325"/>
              <a:ext cx="533400" cy="533400"/>
            </a:xfrm>
            <a:prstGeom prst="ellipse">
              <a:avLst/>
            </a:prstGeom>
            <a:solidFill>
              <a:srgbClr val="E83B9C"/>
            </a:solidFill>
            <a:ln>
              <a:noFill/>
            </a:ln>
          </p:spPr>
        </p:sp>
        <p:sp>
          <p:nvSpPr>
            <p:cNvPr id="91" name="Ellipse 91"/>
            <p:cNvSpPr/>
            <p:nvPr/>
          </p:nvSpPr>
          <p:spPr>
            <a:xfrm>
              <a:off x="21917025" y="2200275"/>
              <a:ext cx="590550" cy="590550"/>
            </a:xfrm>
            <a:prstGeom prst="ellipse">
              <a:avLst/>
            </a:prstGeom>
            <a:solidFill>
              <a:srgbClr val="08DDC7"/>
            </a:solidFill>
            <a:ln>
              <a:noFill/>
            </a:ln>
          </p:spPr>
        </p:sp>
        <p:sp>
          <p:nvSpPr>
            <p:cNvPr id="92" name="Ellipse 92"/>
            <p:cNvSpPr/>
            <p:nvPr/>
          </p:nvSpPr>
          <p:spPr>
            <a:xfrm>
              <a:off x="22612350" y="2076450"/>
              <a:ext cx="495300" cy="495300"/>
            </a:xfrm>
            <a:prstGeom prst="ellipse">
              <a:avLst/>
            </a:prstGeom>
            <a:solidFill>
              <a:srgbClr val="03B6C4"/>
            </a:solidFill>
            <a:ln>
              <a:noFill/>
            </a:ln>
          </p:spPr>
        </p:sp>
        <p:sp>
          <p:nvSpPr>
            <p:cNvPr id="93" name="Ellipse 93"/>
            <p:cNvSpPr/>
            <p:nvPr/>
          </p:nvSpPr>
          <p:spPr>
            <a:xfrm>
              <a:off x="22288500" y="8591550"/>
              <a:ext cx="228600" cy="228600"/>
            </a:xfrm>
            <a:prstGeom prst="ellipse">
              <a:avLst/>
            </a:prstGeom>
            <a:solidFill>
              <a:srgbClr val="BDEFFD"/>
            </a:solidFill>
            <a:ln>
              <a:noFill/>
            </a:ln>
          </p:spPr>
        </p:sp>
      </p:grpSp>
      <p:grpSp>
        <p:nvGrpSpPr>
          <p:cNvPr id="116" name="Group 116"/>
          <p:cNvGrpSpPr/>
          <p:nvPr/>
        </p:nvGrpSpPr>
        <p:grpSpPr>
          <a:xfrm>
            <a:off x="1590675" y="1266825"/>
            <a:ext cx="22126575" cy="7105651"/>
            <a:chOff x="1590675" y="1266825"/>
            <a:chExt cx="22126575" cy="7105651"/>
          </a:xfrm>
        </p:grpSpPr>
        <p:sp>
          <p:nvSpPr>
            <p:cNvPr id="95" name="Line 95"/>
            <p:cNvSpPr/>
            <p:nvPr/>
          </p:nvSpPr>
          <p:spPr>
            <a:xfrm>
              <a:off x="1590675" y="2114550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38100">
              <a:solidFill>
                <a:srgbClr val="8A421D"/>
              </a:solidFill>
            </a:ln>
          </p:spPr>
        </p:sp>
        <p:sp>
          <p:nvSpPr>
            <p:cNvPr id="96" name="Line 96"/>
            <p:cNvSpPr/>
            <p:nvPr/>
          </p:nvSpPr>
          <p:spPr>
            <a:xfrm>
              <a:off x="2447925" y="21145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8100">
              <a:solidFill>
                <a:srgbClr val="8A421D"/>
              </a:solidFill>
            </a:ln>
          </p:spPr>
        </p:sp>
        <p:sp>
          <p:nvSpPr>
            <p:cNvPr id="97" name="Line 97"/>
            <p:cNvSpPr/>
            <p:nvPr/>
          </p:nvSpPr>
          <p:spPr>
            <a:xfrm>
              <a:off x="1590675" y="2371725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38100">
              <a:solidFill>
                <a:srgbClr val="8A421D"/>
              </a:solidFill>
            </a:ln>
          </p:spPr>
        </p:sp>
        <p:sp>
          <p:nvSpPr>
            <p:cNvPr id="98" name="Line 98"/>
            <p:cNvSpPr/>
            <p:nvPr/>
          </p:nvSpPr>
          <p:spPr>
            <a:xfrm>
              <a:off x="2447925" y="2371725"/>
              <a:ext cx="819150" cy="9525"/>
            </a:xfrm>
            <a:custGeom>
              <a:avLst/>
              <a:gdLst/>
              <a:ahLst/>
              <a:cxnLst/>
              <a:rect l="l" t="t" r="r" b="b"/>
              <a:pathLst>
                <a:path w="819150" h="9525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noFill/>
            <a:ln w="38100">
              <a:solidFill>
                <a:srgbClr val="8A421D"/>
              </a:solidFill>
            </a:ln>
          </p:spPr>
        </p:sp>
        <p:sp>
          <p:nvSpPr>
            <p:cNvPr id="99" name="Line 99"/>
            <p:cNvSpPr/>
            <p:nvPr/>
          </p:nvSpPr>
          <p:spPr>
            <a:xfrm>
              <a:off x="1590675" y="2686050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38100">
              <a:solidFill>
                <a:srgbClr val="8A421D"/>
              </a:solidFill>
            </a:ln>
          </p:spPr>
        </p:sp>
        <p:sp>
          <p:nvSpPr>
            <p:cNvPr id="100" name="Line 100"/>
            <p:cNvSpPr/>
            <p:nvPr/>
          </p:nvSpPr>
          <p:spPr>
            <a:xfrm>
              <a:off x="2447925" y="2686050"/>
              <a:ext cx="819150" cy="9525"/>
            </a:xfrm>
            <a:custGeom>
              <a:avLst/>
              <a:gdLst/>
              <a:ahLst/>
              <a:cxnLst/>
              <a:rect l="l" t="t" r="r" b="b"/>
              <a:pathLst>
                <a:path w="819150" h="9525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noFill/>
            <a:ln w="38100">
              <a:solidFill>
                <a:srgbClr val="8A421D"/>
              </a:solidFill>
            </a:ln>
          </p:spPr>
        </p:sp>
        <p:sp>
          <p:nvSpPr>
            <p:cNvPr id="101" name="Line 101"/>
            <p:cNvSpPr/>
            <p:nvPr/>
          </p:nvSpPr>
          <p:spPr>
            <a:xfrm>
              <a:off x="12639675" y="1905000"/>
              <a:ext cx="314325" cy="1"/>
            </a:xfrm>
            <a:prstGeom prst="line">
              <a:avLst/>
            </a:prstGeom>
            <a:noFill/>
            <a:ln w="38100">
              <a:solidFill>
                <a:srgbClr val="C14878"/>
              </a:solidFill>
              <a:tailEnd type="triangle" w="lg" len="lg"/>
            </a:ln>
          </p:spPr>
        </p:sp>
        <p:sp>
          <p:nvSpPr>
            <p:cNvPr id="102" name="Line 102"/>
            <p:cNvSpPr/>
            <p:nvPr/>
          </p:nvSpPr>
          <p:spPr>
            <a:xfrm>
              <a:off x="14649450" y="1905000"/>
              <a:ext cx="419100" cy="1"/>
            </a:xfrm>
            <a:prstGeom prst="line">
              <a:avLst/>
            </a:prstGeom>
            <a:noFill/>
            <a:ln w="38100">
              <a:solidFill>
                <a:srgbClr val="C14878"/>
              </a:solidFill>
              <a:tailEnd type="triangle" w="lg" len="lg"/>
            </a:ln>
          </p:spPr>
        </p:sp>
        <p:sp>
          <p:nvSpPr>
            <p:cNvPr id="103" name="Line 103"/>
            <p:cNvSpPr/>
            <p:nvPr/>
          </p:nvSpPr>
          <p:spPr>
            <a:xfrm>
              <a:off x="12649200" y="3571875"/>
              <a:ext cx="342900" cy="1"/>
            </a:xfrm>
            <a:prstGeom prst="line">
              <a:avLst/>
            </a:prstGeom>
            <a:noFill/>
            <a:ln w="38100">
              <a:solidFill>
                <a:srgbClr val="C14878"/>
              </a:solidFill>
              <a:tailEnd type="triangle" w="lg" len="lg"/>
            </a:ln>
          </p:spPr>
        </p:sp>
        <p:sp>
          <p:nvSpPr>
            <p:cNvPr id="104" name="Line 104"/>
            <p:cNvSpPr/>
            <p:nvPr/>
          </p:nvSpPr>
          <p:spPr>
            <a:xfrm>
              <a:off x="14649450" y="3571875"/>
              <a:ext cx="419100" cy="1"/>
            </a:xfrm>
            <a:prstGeom prst="line">
              <a:avLst/>
            </a:prstGeom>
            <a:noFill/>
            <a:ln w="38100">
              <a:solidFill>
                <a:srgbClr val="C14878"/>
              </a:solidFill>
              <a:tailEnd type="triangle" w="lg" len="lg"/>
            </a:ln>
          </p:spPr>
        </p:sp>
        <p:sp>
          <p:nvSpPr>
            <p:cNvPr id="105" name="Freeform 105"/>
            <p:cNvSpPr/>
            <p:nvPr/>
          </p:nvSpPr>
          <p:spPr>
            <a:xfrm>
              <a:off x="16459200" y="1266825"/>
              <a:ext cx="361950" cy="676275"/>
            </a:xfrm>
            <a:custGeom>
              <a:avLst/>
              <a:gdLst/>
              <a:ahLst/>
              <a:cxnLst/>
              <a:rect l="l" t="t" r="r" b="b"/>
              <a:pathLst>
                <a:path w="361950" h="676275">
                  <a:moveTo>
                    <a:pt x="0" y="676275"/>
                  </a:moveTo>
                  <a:cubicBezTo>
                    <a:pt x="152400" y="133350"/>
                    <a:pt x="219075" y="0"/>
                    <a:pt x="361950" y="304800"/>
                  </a:cubicBezTo>
                </a:path>
              </a:pathLst>
            </a:custGeom>
            <a:noFill/>
            <a:ln w="38100">
              <a:solidFill>
                <a:srgbClr val="64334D"/>
              </a:solidFill>
              <a:custDash>
                <a:ds d="350000" sp="300000"/>
              </a:custDash>
            </a:ln>
          </p:spPr>
        </p:sp>
        <p:sp>
          <p:nvSpPr>
            <p:cNvPr id="106" name="Freeform 106"/>
            <p:cNvSpPr/>
            <p:nvPr/>
          </p:nvSpPr>
          <p:spPr>
            <a:xfrm>
              <a:off x="16459200" y="2781300"/>
              <a:ext cx="381000" cy="1000125"/>
            </a:xfrm>
            <a:custGeom>
              <a:avLst/>
              <a:gdLst/>
              <a:ahLst/>
              <a:cxnLst/>
              <a:rect l="l" t="t" r="r" b="b"/>
              <a:pathLst>
                <a:path w="381000" h="1000125">
                  <a:moveTo>
                    <a:pt x="0" y="1000125"/>
                  </a:moveTo>
                  <a:cubicBezTo>
                    <a:pt x="200025" y="352425"/>
                    <a:pt x="228600" y="104775"/>
                    <a:pt x="381000" y="0"/>
                  </a:cubicBezTo>
                </a:path>
              </a:pathLst>
            </a:custGeom>
            <a:noFill/>
            <a:ln w="38100">
              <a:solidFill>
                <a:srgbClr val="64334D"/>
              </a:solidFill>
              <a:custDash>
                <a:ds d="350000" sp="300000"/>
              </a:custDash>
            </a:ln>
          </p:spPr>
        </p:sp>
        <p:sp>
          <p:nvSpPr>
            <p:cNvPr id="107" name="Line 107"/>
            <p:cNvSpPr/>
            <p:nvPr/>
          </p:nvSpPr>
          <p:spPr>
            <a:xfrm>
              <a:off x="19011900" y="7086600"/>
              <a:ext cx="1" cy="609600"/>
            </a:xfrm>
            <a:prstGeom prst="line">
              <a:avLst/>
            </a:prstGeom>
            <a:noFill/>
            <a:ln w="47625">
              <a:solidFill>
                <a:srgbClr val="C14878"/>
              </a:solidFill>
              <a:tailEnd type="triangle" w="lg" len="lg"/>
            </a:ln>
          </p:spPr>
        </p:sp>
        <p:sp>
          <p:nvSpPr>
            <p:cNvPr id="108" name="Freeform 108"/>
            <p:cNvSpPr/>
            <p:nvPr/>
          </p:nvSpPr>
          <p:spPr>
            <a:xfrm>
              <a:off x="9448800" y="6877050"/>
              <a:ext cx="7391400" cy="838200"/>
            </a:xfrm>
            <a:custGeom>
              <a:avLst/>
              <a:gdLst/>
              <a:ahLst/>
              <a:cxnLst/>
              <a:rect l="l" t="t" r="r" b="b"/>
              <a:pathLst>
                <a:path w="7391400" h="838200">
                  <a:moveTo>
                    <a:pt x="0" y="838200"/>
                  </a:moveTo>
                  <a:cubicBezTo>
                    <a:pt x="1190625" y="142875"/>
                    <a:pt x="4791075" y="0"/>
                    <a:pt x="7391400" y="838200"/>
                  </a:cubicBezTo>
                </a:path>
              </a:pathLst>
            </a:custGeom>
            <a:noFill/>
            <a:ln w="38100">
              <a:solidFill>
                <a:srgbClr val="64334D"/>
              </a:solidFill>
              <a:custDash>
                <a:ds d="400000" sp="400000"/>
              </a:custDash>
            </a:ln>
          </p:spPr>
        </p:sp>
        <p:sp>
          <p:nvSpPr>
            <p:cNvPr id="109" name="Freeform 109"/>
            <p:cNvSpPr/>
            <p:nvPr/>
          </p:nvSpPr>
          <p:spPr>
            <a:xfrm>
              <a:off x="13430250" y="6772275"/>
              <a:ext cx="76200" cy="523875"/>
            </a:xfrm>
            <a:custGeom>
              <a:avLst/>
              <a:gdLst/>
              <a:ahLst/>
              <a:cxnLst/>
              <a:rect l="l" t="t" r="r" b="b"/>
              <a:pathLst>
                <a:path w="76200" h="523875">
                  <a:moveTo>
                    <a:pt x="19050" y="523875"/>
                  </a:moveTo>
                  <a:cubicBezTo>
                    <a:pt x="38100" y="209550"/>
                    <a:pt x="0" y="0"/>
                    <a:pt x="76200" y="123825"/>
                  </a:cubicBezTo>
                </a:path>
              </a:pathLst>
            </a:custGeom>
            <a:noFill/>
            <a:ln w="38100">
              <a:solidFill>
                <a:srgbClr val="64334D"/>
              </a:solidFill>
              <a:custDash>
                <a:ds d="350000" sp="350000"/>
              </a:custDash>
              <a:tailEnd type="triangle" w="lg" len="lg"/>
            </a:ln>
          </p:spPr>
        </p:sp>
        <p:sp>
          <p:nvSpPr>
            <p:cNvPr id="110" name="Line 110"/>
            <p:cNvSpPr/>
            <p:nvPr/>
          </p:nvSpPr>
          <p:spPr>
            <a:xfrm>
              <a:off x="17859375" y="8372475"/>
              <a:ext cx="352425" cy="1"/>
            </a:xfrm>
            <a:prstGeom prst="line">
              <a:avLst/>
            </a:prstGeom>
            <a:noFill/>
            <a:ln w="47625">
              <a:solidFill>
                <a:srgbClr val="C14878"/>
              </a:solidFill>
              <a:tailEnd type="triangle" w="lg" len="lg"/>
            </a:ln>
          </p:spPr>
        </p:sp>
        <p:sp>
          <p:nvSpPr>
            <p:cNvPr id="111" name="Line 111"/>
            <p:cNvSpPr/>
            <p:nvPr/>
          </p:nvSpPr>
          <p:spPr>
            <a:xfrm>
              <a:off x="21793200" y="1457325"/>
              <a:ext cx="9525" cy="1438275"/>
            </a:xfrm>
            <a:custGeom>
              <a:avLst/>
              <a:gdLst/>
              <a:ahLst/>
              <a:cxnLst/>
              <a:rect l="l" t="t" r="r" b="b"/>
              <a:pathLst>
                <a:path w="9525" h="1438275">
                  <a:moveTo>
                    <a:pt x="0" y="1438275"/>
                  </a:moveTo>
                  <a:lnTo>
                    <a:pt x="0" y="0"/>
                  </a:lnTo>
                </a:path>
              </a:pathLst>
            </a:custGeom>
            <a:noFill/>
            <a:ln w="76200">
              <a:solidFill>
                <a:srgbClr val="064BA5"/>
              </a:solidFill>
            </a:ln>
          </p:spPr>
        </p:sp>
        <p:sp>
          <p:nvSpPr>
            <p:cNvPr id="112" name="Line 112"/>
            <p:cNvSpPr/>
            <p:nvPr/>
          </p:nvSpPr>
          <p:spPr>
            <a:xfrm>
              <a:off x="21745575" y="2895600"/>
              <a:ext cx="1562100" cy="9525"/>
            </a:xfrm>
            <a:custGeom>
              <a:avLst/>
              <a:gdLst/>
              <a:ahLst/>
              <a:cxnLst/>
              <a:rect l="l" t="t" r="r" b="b"/>
              <a:pathLst>
                <a:path w="1562100" h="9525">
                  <a:moveTo>
                    <a:pt x="0" y="0"/>
                  </a:moveTo>
                  <a:lnTo>
                    <a:pt x="1562100" y="0"/>
                  </a:lnTo>
                </a:path>
              </a:pathLst>
            </a:custGeom>
            <a:noFill/>
            <a:ln w="76200">
              <a:solidFill>
                <a:srgbClr val="064BA5"/>
              </a:solidFill>
            </a:ln>
          </p:spPr>
        </p:sp>
        <p:sp>
          <p:nvSpPr>
            <p:cNvPr id="113" name="Line 113"/>
            <p:cNvSpPr/>
            <p:nvPr/>
          </p:nvSpPr>
          <p:spPr>
            <a:xfrm>
              <a:off x="20907375" y="5019675"/>
              <a:ext cx="2809875" cy="1"/>
            </a:xfrm>
            <a:prstGeom prst="line">
              <a:avLst/>
            </a:prstGeom>
            <a:noFill/>
            <a:ln w="57150">
              <a:solidFill>
                <a:srgbClr val="555555"/>
              </a:solidFill>
              <a:tailEnd type="triangle" w="lg" len="lg"/>
            </a:ln>
          </p:spPr>
        </p:sp>
        <p:sp>
          <p:nvSpPr>
            <p:cNvPr id="114" name="Freeform 114"/>
            <p:cNvSpPr/>
            <p:nvPr/>
          </p:nvSpPr>
          <p:spPr>
            <a:xfrm>
              <a:off x="21336000" y="7286625"/>
              <a:ext cx="1962150" cy="276225"/>
            </a:xfrm>
            <a:custGeom>
              <a:avLst/>
              <a:gdLst/>
              <a:ahLst/>
              <a:cxnLst/>
              <a:rect l="l" t="t" r="r" b="b"/>
              <a:pathLst>
                <a:path w="1962150" h="276225">
                  <a:moveTo>
                    <a:pt x="0" y="0"/>
                  </a:moveTo>
                  <a:lnTo>
                    <a:pt x="0" y="276225"/>
                  </a:lnTo>
                  <a:lnTo>
                    <a:pt x="628650" y="276225"/>
                  </a:lnTo>
                  <a:moveTo>
                    <a:pt x="1314450" y="276225"/>
                  </a:moveTo>
                  <a:lnTo>
                    <a:pt x="1962150" y="276225"/>
                  </a:lnTo>
                  <a:lnTo>
                    <a:pt x="1962150" y="0"/>
                  </a:lnTo>
                </a:path>
              </a:pathLst>
            </a:custGeom>
            <a:noFill/>
            <a:ln w="38100">
              <a:solidFill>
                <a:srgbClr val="111111"/>
              </a:solidFill>
            </a:ln>
          </p:spPr>
        </p:sp>
        <p:sp>
          <p:nvSpPr>
            <p:cNvPr id="115" name="Line 115"/>
            <p:cNvSpPr/>
            <p:nvPr/>
          </p:nvSpPr>
          <p:spPr>
            <a:xfrm>
              <a:off x="22374225" y="8048625"/>
              <a:ext cx="1" cy="257175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</p:grpSp>
      <p:grpSp>
        <p:nvGrpSpPr>
          <p:cNvPr id="167" name="Group 167"/>
          <p:cNvGrpSpPr/>
          <p:nvPr/>
        </p:nvGrpSpPr>
        <p:grpSpPr>
          <a:xfrm>
            <a:off x="481965" y="317183"/>
            <a:ext cx="24038482" cy="8650605"/>
            <a:chOff x="481965" y="317183"/>
            <a:chExt cx="24038482" cy="8650605"/>
          </a:xfrm>
        </p:grpSpPr>
        <p:sp>
          <p:nvSpPr>
            <p:cNvPr id="117" name="TextBox 117"/>
            <p:cNvSpPr txBox="1"/>
            <p:nvPr/>
          </p:nvSpPr>
          <p:spPr>
            <a:xfrm>
              <a:off x="1477863" y="317183"/>
              <a:ext cx="3387923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Overall Pipeline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9709453" y="317183"/>
              <a:ext cx="7555894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Stage 1: Skill Document Pretraining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8739132" y="5127308"/>
              <a:ext cx="9496537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Stage 2: Trajectory-Supervised Fine-Tuning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20898922" y="333375"/>
              <a:ext cx="3331607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Inference Stage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253490" y="1553528"/>
              <a:ext cx="415293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In-Context Textual Skill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2110740" y="3949065"/>
              <a:ext cx="304099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Skill Compiler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2120265" y="4553902"/>
              <a:ext cx="104664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64334D"/>
                  </a:solidFill>
                  <a:latin typeface="var(--font-sans)"/>
                  <a:ea typeface="Microsoft YaHei"/>
                  <a:cs typeface="var(--font-sans)"/>
                </a:rPr>
                <a:t>Based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3272790" y="4553902"/>
              <a:ext cx="45751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64334D"/>
                  </a:solidFill>
                  <a:latin typeface="var(--font-sans)"/>
                  <a:ea typeface="Microsoft YaHei"/>
                  <a:cs typeface="var(--font-sans)"/>
                </a:rPr>
                <a:t>on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2120265" y="4982528"/>
              <a:ext cx="268904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64334D"/>
                  </a:solidFill>
                  <a:latin typeface="var(--font-sans)"/>
                  <a:ea typeface="Microsoft YaHei"/>
                  <a:cs typeface="var(--font-sans)"/>
                </a:rPr>
                <a:t>Hyper-network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2156361" y="6809422"/>
              <a:ext cx="506928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950" b="1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+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3154680" y="6369368"/>
              <a:ext cx="224721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Frozen LLM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481965" y="8449628"/>
              <a:ext cx="440286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LoRA as In-Weight Latent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5158740" y="8449628"/>
              <a:ext cx="77885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Skill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7446645" y="3636645"/>
              <a:ext cx="216122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Open-Source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9513570" y="3636645"/>
              <a:ext cx="917867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Skills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7066598" y="4025741"/>
              <a:ext cx="3851604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b="1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171K Pretraining Samples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7876222" y="4368641"/>
              <a:ext cx="2012299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b="1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300M Tokens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11548110" y="2342198"/>
              <a:ext cx="120992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command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13648111" y="1704975"/>
              <a:ext cx="30722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+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11766232" y="4115276"/>
              <a:ext cx="91621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prefix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13648111" y="3448050"/>
              <a:ext cx="30722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+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17076378" y="1223962"/>
              <a:ext cx="240419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var(--font-sans)"/>
                  <a:ea typeface="Microsoft YaHei"/>
                  <a:cs typeface="var(--font-sans)"/>
                </a:rPr>
                <a:t>Reconstruction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17903357" y="1581150"/>
              <a:ext cx="75023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var(--font-sans)"/>
                  <a:ea typeface="Microsoft YaHei"/>
                  <a:cs typeface="var(--font-sans)"/>
                </a:rPr>
                <a:t>Loss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18055734" y="1825942"/>
              <a:ext cx="445482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50" b="1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+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17449848" y="2528888"/>
              <a:ext cx="169535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var(--font-sans)"/>
                  <a:ea typeface="Microsoft YaHei"/>
                  <a:cs typeface="var(--font-sans)"/>
                </a:rPr>
                <a:t>Completion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17922407" y="2886075"/>
              <a:ext cx="75023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var(--font-sans)"/>
                  <a:ea typeface="Microsoft YaHei"/>
                  <a:cs typeface="var(--font-sans)"/>
                </a:rPr>
                <a:t>Loss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17020222" y="3720941"/>
              <a:ext cx="2142515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Skill Compiler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9213532" y="6248876"/>
              <a:ext cx="2064537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Task-Oriented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9242108" y="6534626"/>
              <a:ext cx="1880239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Textual Skills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12161520" y="6313170"/>
              <a:ext cx="221162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11111"/>
                  </a:solidFill>
                  <a:latin typeface="var(--font-serif)"/>
                  <a:ea typeface="Microsoft YaHei"/>
                  <a:cs typeface="var(--font-serif)"/>
                </a:rPr>
                <a:t>Skill Compiler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16080105" y="6421755"/>
              <a:ext cx="281728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Teacher Trajectory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18624278" y="8207216"/>
              <a:ext cx="775245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5" b="1" dirty="0">
                  <a:solidFill>
                    <a:srgbClr val="FFFFFF"/>
                  </a:solidFill>
                  <a:latin typeface="var(--font-sans)"/>
                  <a:ea typeface="Microsoft YaHei"/>
                  <a:cs typeface="var(--font-sans)"/>
                </a:rPr>
                <a:t>Loss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7697152" y="7423309"/>
              <a:ext cx="1075448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777777"/>
                  </a:solidFill>
                  <a:latin typeface="var(--font-sans)"/>
                  <a:ea typeface="Microsoft YaHei"/>
                  <a:cs typeface="var(--font-sans)"/>
                </a:rPr>
                <a:t>Layer 1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9118506" y="8225790"/>
              <a:ext cx="1843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+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11116628" y="7423309"/>
              <a:ext cx="1151582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777777"/>
                  </a:solidFill>
                  <a:latin typeface="var(--font-sans)"/>
                  <a:ea typeface="Microsoft YaHei"/>
                  <a:cs typeface="var(--font-sans)"/>
                </a:rPr>
                <a:t>Layer 2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12537678" y="8144828"/>
              <a:ext cx="26114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+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13369665" y="8103394"/>
              <a:ext cx="1645170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75" b="1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......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15250478" y="7423309"/>
              <a:ext cx="1151582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Layer N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16740199" y="8169116"/>
              <a:ext cx="238102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5" b="1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+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20849272" y="1111091"/>
              <a:ext cx="1475157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b="1" dirty="0">
                  <a:solidFill>
                    <a:srgbClr val="8A421D"/>
                  </a:solidFill>
                  <a:latin typeface="var(--font-sans)"/>
                  <a:ea typeface="Microsoft YaHei"/>
                  <a:cs typeface="var(--font-sans)"/>
                </a:rPr>
                <a:t>Semantic</a:t>
              </a:r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22278022" y="1111091"/>
              <a:ext cx="1556542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b="1" dirty="0">
                  <a:solidFill>
                    <a:srgbClr val="8A421D"/>
                  </a:solidFill>
                  <a:latin typeface="var(--font-sans)"/>
                  <a:ea typeface="Microsoft YaHei"/>
                  <a:cs typeface="var(--font-sans)"/>
                </a:rPr>
                <a:t>Geometry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20857845" y="3227070"/>
              <a:ext cx="278290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8A421D"/>
                  </a:solidFill>
                  <a:latin typeface="var(--font-sans)"/>
                  <a:ea typeface="Microsoft YaHei"/>
                  <a:cs typeface="var(--font-sans)"/>
                </a:rPr>
                <a:t>Injection Control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20781990" y="5173504"/>
              <a:ext cx="155519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0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21333226" y="5173504"/>
              <a:ext cx="38654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0.3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22038076" y="5173504"/>
              <a:ext cx="38654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0.6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22666726" y="5173504"/>
              <a:ext cx="38654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0.9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23245429" y="5173504"/>
              <a:ext cx="33404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1.2</a:t>
              </a:r>
            </a:p>
          </p:txBody>
        </p:sp>
        <p:sp>
          <p:nvSpPr>
            <p:cNvPr id="164" name="TextBox 164"/>
            <p:cNvSpPr txBox="1"/>
            <p:nvPr/>
          </p:nvSpPr>
          <p:spPr>
            <a:xfrm>
              <a:off x="20876895" y="5779770"/>
              <a:ext cx="73304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8A421D"/>
                  </a:solidFill>
                  <a:latin typeface="var(--font-sans)"/>
                  <a:ea typeface="Microsoft YaHei"/>
                  <a:cs typeface="var(--font-sans)"/>
                </a:rPr>
                <a:t>Skill</a:t>
              </a:r>
            </a:p>
          </p:txBody>
        </p:sp>
        <p:sp>
          <p:nvSpPr>
            <p:cNvPr id="165" name="TextBox 165"/>
            <p:cNvSpPr txBox="1"/>
            <p:nvPr/>
          </p:nvSpPr>
          <p:spPr>
            <a:xfrm>
              <a:off x="21667470" y="5779770"/>
              <a:ext cx="199320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8A421D"/>
                  </a:solidFill>
                  <a:latin typeface="var(--font-sans)"/>
                  <a:ea typeface="Microsoft YaHei"/>
                  <a:cs typeface="var(--font-sans)"/>
                </a:rPr>
                <a:t>Composition</a:t>
              </a:r>
            </a:p>
          </p:txBody>
        </p:sp>
        <p:sp>
          <p:nvSpPr>
            <p:cNvPr id="166" name="TextBox 166"/>
            <p:cNvSpPr txBox="1"/>
            <p:nvPr/>
          </p:nvSpPr>
          <p:spPr>
            <a:xfrm>
              <a:off x="23866553" y="6487478"/>
              <a:ext cx="65389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111111"/>
                  </a:solidFill>
                  <a:latin typeface="var(--font-sans)"/>
                  <a:ea typeface="Microsoft YaHei"/>
                  <a:cs typeface="var(--font-sans)"/>
                </a:rPr>
                <a:t>...</a:t>
              </a:r>
            </a:p>
          </p:txBody>
        </p:sp>
      </p:grp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68" name="Editable Equation left-doc-d"/>
              <p:cNvSpPr txBox="1"/>
              <p:nvPr/>
            </p:nvSpPr>
            <p:spPr>
              <a:xfrm>
                <a:off x="4067175" y="2124075"/>
                <a:ext cx="857250" cy="552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3375"/>
                </a:pPr>
                <a:r>
                  <a:rPr lang="en-US" sz="33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a:rPr lang="en-US" sz="3375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68" name="Editable Equation left-doc-d Fallback"/>
              <p:cNvSpPr txBox="1"/>
              <p:nvPr/>
            </p:nvSpPr>
            <p:spPr>
              <a:xfrm>
                <a:off x="4067175" y="2124075"/>
                <a:ext cx="857250" cy="552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3375"/>
                </a:pPr>
                <a:r>
                  <a:rPr lang="en-US" sz="33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D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69" name="Editable Equation left-compiler-gphi"/>
              <p:cNvSpPr txBox="1"/>
              <p:nvPr/>
            </p:nvSpPr>
            <p:spPr>
              <a:xfrm>
                <a:off x="5029200" y="4019550"/>
                <a:ext cx="8001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3150"/>
                </a:pPr>
                <a:r>
                  <a:rPr lang="en-US" sz="31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31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en-US" sz="31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ϕ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69" name="Editable Equation left-compiler-gphi Fallback"/>
              <p:cNvSpPr txBox="1"/>
              <p:nvPr/>
            </p:nvSpPr>
            <p:spPr>
              <a:xfrm>
                <a:off x="5029200" y="4019550"/>
                <a:ext cx="8001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3150"/>
                </a:pPr>
                <a:r>
                  <a:rPr lang="en-US" sz="31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G_{\phi}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70" name="Editable Equation left-as-label"/>
              <p:cNvSpPr txBox="1"/>
              <p:nvPr/>
            </p:nvSpPr>
            <p:spPr>
              <a:xfrm>
                <a:off x="981075" y="6477000"/>
                <a:ext cx="104775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3600"/>
                </a:pPr>
                <a:r>
                  <a:rPr lang="en-US" sz="36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36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36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70" name="Editable Equation left-as-label Fallback"/>
              <p:cNvSpPr txBox="1"/>
              <p:nvPr/>
            </p:nvSpPr>
            <p:spPr>
              <a:xfrm>
                <a:off x="981075" y="6477000"/>
                <a:ext cx="104775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3600"/>
                </a:pPr>
                <a:r>
                  <a:rPr lang="en-US" sz="36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A_s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71" name="Editable Equation left-bs-label"/>
              <p:cNvSpPr txBox="1"/>
              <p:nvPr/>
            </p:nvSpPr>
            <p:spPr>
              <a:xfrm>
                <a:off x="990600" y="7467600"/>
                <a:ext cx="104775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3600"/>
                </a:pPr>
                <a:r>
                  <a:rPr lang="en-US" sz="36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36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en-US" sz="36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71" name="Editable Equation left-bs-label Fallback"/>
              <p:cNvSpPr txBox="1"/>
              <p:nvPr/>
            </p:nvSpPr>
            <p:spPr>
              <a:xfrm>
                <a:off x="990600" y="7467600"/>
                <a:ext cx="104775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3600"/>
                </a:pPr>
                <a:r>
                  <a:rPr lang="en-US" sz="36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B_s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72" name="Editable Equation left-frozen-mtheta"/>
              <p:cNvSpPr txBox="1"/>
              <p:nvPr/>
            </p:nvSpPr>
            <p:spPr>
              <a:xfrm>
                <a:off x="3838575" y="6896100"/>
                <a:ext cx="876300" cy="552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925"/>
                </a:pPr>
                <a:r>
                  <a:rPr lang="en-US" sz="292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292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en-US" sz="292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72" name="Editable Equation left-frozen-mtheta Fallback"/>
              <p:cNvSpPr txBox="1"/>
              <p:nvPr/>
            </p:nvSpPr>
            <p:spPr>
              <a:xfrm>
                <a:off x="3838575" y="6896100"/>
                <a:ext cx="876300" cy="552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925"/>
                </a:pPr>
                <a:r>
                  <a:rPr lang="en-US" sz="292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M_{\theta}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73" name="Editable Equation stage1-as-a"/>
              <p:cNvSpPr txBox="1"/>
              <p:nvPr/>
            </p:nvSpPr>
            <p:spPr>
              <a:xfrm>
                <a:off x="13049250" y="1562100"/>
                <a:ext cx="571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75"/>
                </a:pPr>
                <a:r>
                  <a:rPr lang="en-US" sz="18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73" name="Editable Equation stage1-as-a Fallback"/>
              <p:cNvSpPr txBox="1"/>
              <p:nvPr/>
            </p:nvSpPr>
            <p:spPr>
              <a:xfrm>
                <a:off x="13049250" y="1562100"/>
                <a:ext cx="571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75"/>
                </a:pPr>
                <a:r>
                  <a:rPr lang="en-US" sz="18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A_s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74" name="Editable Equation stage1-bs-a"/>
              <p:cNvSpPr txBox="1"/>
              <p:nvPr/>
            </p:nvSpPr>
            <p:spPr>
              <a:xfrm>
                <a:off x="13034962" y="1981200"/>
                <a:ext cx="60007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75"/>
                </a:pPr>
                <a:r>
                  <a:rPr lang="en-US" sz="18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74" name="Editable Equation stage1-bs-a Fallback"/>
              <p:cNvSpPr txBox="1"/>
              <p:nvPr/>
            </p:nvSpPr>
            <p:spPr>
              <a:xfrm>
                <a:off x="13034962" y="1981200"/>
                <a:ext cx="60007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75"/>
                </a:pPr>
                <a:r>
                  <a:rPr lang="en-US" sz="18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B_s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75" name="Editable Equation stage1-as-b"/>
              <p:cNvSpPr txBox="1"/>
              <p:nvPr/>
            </p:nvSpPr>
            <p:spPr>
              <a:xfrm>
                <a:off x="13049250" y="3295650"/>
                <a:ext cx="571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75"/>
                </a:pPr>
                <a:r>
                  <a:rPr lang="en-US" sz="18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75" name="Editable Equation stage1-as-b Fallback"/>
              <p:cNvSpPr txBox="1"/>
              <p:nvPr/>
            </p:nvSpPr>
            <p:spPr>
              <a:xfrm>
                <a:off x="13049250" y="3295650"/>
                <a:ext cx="571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75"/>
                </a:pPr>
                <a:r>
                  <a:rPr lang="en-US" sz="18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A_s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76" name="Editable Equation stage1-bs-b"/>
              <p:cNvSpPr txBox="1"/>
              <p:nvPr/>
            </p:nvSpPr>
            <p:spPr>
              <a:xfrm>
                <a:off x="13034962" y="3733800"/>
                <a:ext cx="60007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75"/>
                </a:pPr>
                <a:r>
                  <a:rPr lang="en-US" sz="18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76" name="Editable Equation stage1-bs-b Fallback"/>
              <p:cNvSpPr txBox="1"/>
              <p:nvPr/>
            </p:nvSpPr>
            <p:spPr>
              <a:xfrm>
                <a:off x="13034962" y="3733800"/>
                <a:ext cx="60007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75"/>
                </a:pPr>
                <a:r>
                  <a:rPr lang="en-US" sz="18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B_s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77" name="Editable Equation stage1-compiler-gphi"/>
              <p:cNvSpPr txBox="1"/>
              <p:nvPr/>
            </p:nvSpPr>
            <p:spPr>
              <a:xfrm>
                <a:off x="19269075" y="3790950"/>
                <a:ext cx="55245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175"/>
                </a:pPr>
                <a:r>
                  <a:rPr lang="en-US" sz="21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21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en-US" sz="21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ϕ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77" name="Editable Equation stage1-compiler-gphi Fallback"/>
              <p:cNvSpPr txBox="1"/>
              <p:nvPr/>
            </p:nvSpPr>
            <p:spPr>
              <a:xfrm>
                <a:off x="19269075" y="3790950"/>
                <a:ext cx="55245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175"/>
                </a:pPr>
                <a:r>
                  <a:rPr lang="en-US" sz="21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G_{\phi}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78" name="Editable Equation stage2-compiler-gphi"/>
              <p:cNvSpPr txBox="1"/>
              <p:nvPr/>
            </p:nvSpPr>
            <p:spPr>
              <a:xfrm>
                <a:off x="14506575" y="6362700"/>
                <a:ext cx="5905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325"/>
                </a:pPr>
                <a:r>
                  <a:rPr lang="en-US" sz="232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232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en-US" sz="232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ϕ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78" name="Editable Equation stage2-compiler-gphi Fallback"/>
              <p:cNvSpPr txBox="1"/>
              <p:nvPr/>
            </p:nvSpPr>
            <p:spPr>
              <a:xfrm>
                <a:off x="14506575" y="6362700"/>
                <a:ext cx="5905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325"/>
                </a:pPr>
                <a:r>
                  <a:rPr lang="en-US" sz="232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G_{\phi}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79" name="Editable Equation stage2-layer1-mtheta"/>
              <p:cNvSpPr txBox="1"/>
              <p:nvPr/>
            </p:nvSpPr>
            <p:spPr>
              <a:xfrm>
                <a:off x="7762875" y="7981950"/>
                <a:ext cx="89535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700"/>
                </a:pPr>
                <a:r>
                  <a:rPr lang="en-US" sz="27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27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en-US" sz="27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79" name="Editable Equation stage2-layer1-mtheta Fallback"/>
              <p:cNvSpPr txBox="1"/>
              <p:nvPr/>
            </p:nvSpPr>
            <p:spPr>
              <a:xfrm>
                <a:off x="7762875" y="7981950"/>
                <a:ext cx="89535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700"/>
                </a:pPr>
                <a:r>
                  <a:rPr lang="en-US" sz="27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M_{\theta}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80" name="Editable Equation stage2-l1-as-text"/>
              <p:cNvSpPr txBox="1"/>
              <p:nvPr/>
            </p:nvSpPr>
            <p:spPr>
              <a:xfrm>
                <a:off x="9305925" y="7915275"/>
                <a:ext cx="51435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75"/>
                </a:pPr>
                <a:r>
                  <a:rPr lang="en-US" sz="18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80" name="Editable Equation stage2-l1-as-text Fallback"/>
              <p:cNvSpPr txBox="1"/>
              <p:nvPr/>
            </p:nvSpPr>
            <p:spPr>
              <a:xfrm>
                <a:off x="9305925" y="7915275"/>
                <a:ext cx="51435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75"/>
                </a:pPr>
                <a:r>
                  <a:rPr lang="en-US" sz="18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A_s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81" name="Editable Equation stage2-l1-bs-text"/>
              <p:cNvSpPr txBox="1"/>
              <p:nvPr/>
            </p:nvSpPr>
            <p:spPr>
              <a:xfrm>
                <a:off x="9329738" y="8515350"/>
                <a:ext cx="5238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75"/>
                </a:pPr>
                <a:r>
                  <a:rPr lang="en-US" sz="18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81" name="Editable Equation stage2-l1-bs-text Fallback"/>
              <p:cNvSpPr txBox="1"/>
              <p:nvPr/>
            </p:nvSpPr>
            <p:spPr>
              <a:xfrm>
                <a:off x="9329738" y="8515350"/>
                <a:ext cx="5238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75"/>
                </a:pPr>
                <a:r>
                  <a:rPr lang="en-US" sz="18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B_s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82" name="Editable Equation stage2-layer2-mtheta"/>
              <p:cNvSpPr txBox="1"/>
              <p:nvPr/>
            </p:nvSpPr>
            <p:spPr>
              <a:xfrm>
                <a:off x="11296650" y="7981950"/>
                <a:ext cx="89535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700"/>
                </a:pPr>
                <a:r>
                  <a:rPr lang="en-US" sz="27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27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en-US" sz="27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82" name="Editable Equation stage2-layer2-mtheta Fallback"/>
              <p:cNvSpPr txBox="1"/>
              <p:nvPr/>
            </p:nvSpPr>
            <p:spPr>
              <a:xfrm>
                <a:off x="11296650" y="7981950"/>
                <a:ext cx="89535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700"/>
                </a:pPr>
                <a:r>
                  <a:rPr lang="en-US" sz="27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M_{\theta}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83" name="Editable Equation stage2-l2-as-text"/>
              <p:cNvSpPr txBox="1"/>
              <p:nvPr/>
            </p:nvSpPr>
            <p:spPr>
              <a:xfrm>
                <a:off x="12868275" y="7915275"/>
                <a:ext cx="51435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75"/>
                </a:pPr>
                <a:r>
                  <a:rPr lang="en-US" sz="18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83" name="Editable Equation stage2-l2-as-text Fallback"/>
              <p:cNvSpPr txBox="1"/>
              <p:nvPr/>
            </p:nvSpPr>
            <p:spPr>
              <a:xfrm>
                <a:off x="12868275" y="7915275"/>
                <a:ext cx="51435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75"/>
                </a:pPr>
                <a:r>
                  <a:rPr lang="en-US" sz="18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A_s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84" name="Editable Equation stage2-l2-bs-text"/>
              <p:cNvSpPr txBox="1"/>
              <p:nvPr/>
            </p:nvSpPr>
            <p:spPr>
              <a:xfrm>
                <a:off x="12882562" y="8515350"/>
                <a:ext cx="5238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75"/>
                </a:pPr>
                <a:r>
                  <a:rPr lang="en-US" sz="18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84" name="Editable Equation stage2-l2-bs-text Fallback"/>
              <p:cNvSpPr txBox="1"/>
              <p:nvPr/>
            </p:nvSpPr>
            <p:spPr>
              <a:xfrm>
                <a:off x="12882562" y="8515350"/>
                <a:ext cx="5238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75"/>
                </a:pPr>
                <a:r>
                  <a:rPr lang="en-US" sz="18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B_s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85" name="Editable Equation stage2-layern-mtheta"/>
              <p:cNvSpPr txBox="1"/>
              <p:nvPr/>
            </p:nvSpPr>
            <p:spPr>
              <a:xfrm>
                <a:off x="15411450" y="7981950"/>
                <a:ext cx="89535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700"/>
                </a:pPr>
                <a:r>
                  <a:rPr lang="en-US" sz="27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27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en-US" sz="27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85" name="Editable Equation stage2-layern-mtheta Fallback"/>
              <p:cNvSpPr txBox="1"/>
              <p:nvPr/>
            </p:nvSpPr>
            <p:spPr>
              <a:xfrm>
                <a:off x="15411450" y="7981950"/>
                <a:ext cx="89535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700"/>
                </a:pPr>
                <a:r>
                  <a:rPr lang="en-US" sz="27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M_{\theta}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86" name="Editable Equation stage2-ln-as-text"/>
              <p:cNvSpPr txBox="1"/>
              <p:nvPr/>
            </p:nvSpPr>
            <p:spPr>
              <a:xfrm>
                <a:off x="17097375" y="7915275"/>
                <a:ext cx="51435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75"/>
                </a:pPr>
                <a:r>
                  <a:rPr lang="en-US" sz="18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86" name="Editable Equation stage2-ln-as-text Fallback"/>
              <p:cNvSpPr txBox="1"/>
              <p:nvPr/>
            </p:nvSpPr>
            <p:spPr>
              <a:xfrm>
                <a:off x="17097375" y="7915275"/>
                <a:ext cx="51435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75"/>
                </a:pPr>
                <a:r>
                  <a:rPr lang="en-US" sz="18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A_s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87" name="Editable Equation stage2-ln-bs-text"/>
              <p:cNvSpPr txBox="1"/>
              <p:nvPr/>
            </p:nvSpPr>
            <p:spPr>
              <a:xfrm>
                <a:off x="17111662" y="8515350"/>
                <a:ext cx="5238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75"/>
                </a:pPr>
                <a:r>
                  <a:rPr lang="en-US" sz="18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en-US" sz="187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87" name="Editable Equation stage2-ln-bs-text Fallback"/>
              <p:cNvSpPr txBox="1"/>
              <p:nvPr/>
            </p:nvSpPr>
            <p:spPr>
              <a:xfrm>
                <a:off x="17111662" y="8515350"/>
                <a:ext cx="5238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75"/>
                </a:pPr>
                <a:r>
                  <a:rPr lang="en-US" sz="18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B_s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88" name="Editable Equation inject-small-as-text"/>
              <p:cNvSpPr txBox="1"/>
              <p:nvPr/>
            </p:nvSpPr>
            <p:spPr>
              <a:xfrm>
                <a:off x="21040725" y="4219575"/>
                <a:ext cx="4000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00"/>
                </a:pPr>
                <a:r>
                  <a:rPr lang="en-US" sz="15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5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5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88" name="Editable Equation inject-small-as-text Fallback"/>
              <p:cNvSpPr txBox="1"/>
              <p:nvPr/>
            </p:nvSpPr>
            <p:spPr>
              <a:xfrm>
                <a:off x="21040725" y="4219575"/>
                <a:ext cx="4000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00"/>
                </a:pPr>
                <a:r>
                  <a:rPr lang="en-US" sz="15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A_s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89" name="Editable Equation inject-small-bs-text"/>
              <p:cNvSpPr txBox="1"/>
              <p:nvPr/>
            </p:nvSpPr>
            <p:spPr>
              <a:xfrm>
                <a:off x="21040725" y="4648200"/>
                <a:ext cx="4000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00"/>
                </a:pPr>
                <a:r>
                  <a:rPr lang="en-US" sz="15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5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en-US" sz="15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89" name="Editable Equation inject-small-bs-text Fallback"/>
              <p:cNvSpPr txBox="1"/>
              <p:nvPr/>
            </p:nvSpPr>
            <p:spPr>
              <a:xfrm>
                <a:off x="21040725" y="4648200"/>
                <a:ext cx="4000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00"/>
                </a:pPr>
                <a:r>
                  <a:rPr lang="en-US" sz="15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B_s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90" name="Editable Equation inject-mid-as-text"/>
              <p:cNvSpPr txBox="1"/>
              <p:nvPr/>
            </p:nvSpPr>
            <p:spPr>
              <a:xfrm>
                <a:off x="21907500" y="3819525"/>
                <a:ext cx="4953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00"/>
                </a:pPr>
                <a:r>
                  <a:rPr lang="en-US" sz="18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8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8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90" name="Editable Equation inject-mid-as-text Fallback"/>
              <p:cNvSpPr txBox="1"/>
              <p:nvPr/>
            </p:nvSpPr>
            <p:spPr>
              <a:xfrm>
                <a:off x="21907500" y="3819525"/>
                <a:ext cx="4953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00"/>
                </a:pPr>
                <a:r>
                  <a:rPr lang="en-US" sz="18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A_s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91" name="Editable Equation inject-mid-bs-text"/>
              <p:cNvSpPr txBox="1"/>
              <p:nvPr/>
            </p:nvSpPr>
            <p:spPr>
              <a:xfrm>
                <a:off x="21907500" y="4410075"/>
                <a:ext cx="4953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00"/>
                </a:pPr>
                <a:r>
                  <a:rPr lang="en-US" sz="18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8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en-US" sz="18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91" name="Editable Equation inject-mid-bs-text Fallback"/>
              <p:cNvSpPr txBox="1"/>
              <p:nvPr/>
            </p:nvSpPr>
            <p:spPr>
              <a:xfrm>
                <a:off x="21907500" y="4410075"/>
                <a:ext cx="4953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00"/>
                </a:pPr>
                <a:r>
                  <a:rPr lang="en-US" sz="18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B_s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92" name="Editable Equation inject-big-as-text"/>
              <p:cNvSpPr txBox="1"/>
              <p:nvPr/>
            </p:nvSpPr>
            <p:spPr>
              <a:xfrm>
                <a:off x="22974300" y="3762375"/>
                <a:ext cx="571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950"/>
                </a:pPr>
                <a:r>
                  <a:rPr lang="en-US" sz="19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9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9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92" name="Editable Equation inject-big-as-text Fallback"/>
              <p:cNvSpPr txBox="1"/>
              <p:nvPr/>
            </p:nvSpPr>
            <p:spPr>
              <a:xfrm>
                <a:off x="22974300" y="3762375"/>
                <a:ext cx="571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950"/>
                </a:pPr>
                <a:r>
                  <a:rPr lang="en-US" sz="19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A_s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93" name="Editable Equation inject-big-bs-text"/>
              <p:cNvSpPr txBox="1"/>
              <p:nvPr/>
            </p:nvSpPr>
            <p:spPr>
              <a:xfrm>
                <a:off x="22974300" y="4457700"/>
                <a:ext cx="571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950"/>
                </a:pPr>
                <a:r>
                  <a:rPr lang="en-US" sz="19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9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en-US" sz="195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93" name="Editable Equation inject-big-bs-text Fallback"/>
              <p:cNvSpPr txBox="1"/>
              <p:nvPr/>
            </p:nvSpPr>
            <p:spPr>
              <a:xfrm>
                <a:off x="22974300" y="4457700"/>
                <a:ext cx="571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950"/>
                </a:pPr>
                <a:r>
                  <a:rPr lang="en-US" sz="195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B_s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94" name="Editable Equation slider-alpha"/>
              <p:cNvSpPr txBox="1"/>
              <p:nvPr/>
            </p:nvSpPr>
            <p:spPr>
              <a:xfrm>
                <a:off x="23936325" y="4852988"/>
                <a:ext cx="47625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75"/>
                </a:pPr>
                <a:r>
                  <a:rPr lang="en-US" sz="18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a:rPr lang="en-US" sz="1875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α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94" name="Editable Equation slider-alpha Fallback"/>
              <p:cNvSpPr txBox="1"/>
              <p:nvPr/>
            </p:nvSpPr>
            <p:spPr>
              <a:xfrm>
                <a:off x="23936325" y="4852988"/>
                <a:ext cx="47625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875"/>
                </a:pPr>
                <a:r>
                  <a:rPr lang="en-US" sz="187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\alpha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95" name="Editable Equation comp-left-as-text"/>
              <p:cNvSpPr txBox="1"/>
              <p:nvPr/>
            </p:nvSpPr>
            <p:spPr>
              <a:xfrm>
                <a:off x="21097875" y="6448425"/>
                <a:ext cx="4000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00"/>
                </a:pPr>
                <a:r>
                  <a:rPr lang="en-US" sz="15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5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5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95" name="Editable Equation comp-left-as-text Fallback"/>
              <p:cNvSpPr txBox="1"/>
              <p:nvPr/>
            </p:nvSpPr>
            <p:spPr>
              <a:xfrm>
                <a:off x="21097875" y="6448425"/>
                <a:ext cx="4000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00"/>
                </a:pPr>
                <a:r>
                  <a:rPr lang="en-US" sz="15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A_s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96" name="Editable Equation comp-left-bs-text"/>
              <p:cNvSpPr txBox="1"/>
              <p:nvPr/>
            </p:nvSpPr>
            <p:spPr>
              <a:xfrm>
                <a:off x="21097875" y="6877050"/>
                <a:ext cx="4000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00"/>
                </a:pPr>
                <a:r>
                  <a:rPr lang="en-US" sz="15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5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en-US" sz="15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96" name="Editable Equation comp-left-bs-text Fallback"/>
              <p:cNvSpPr txBox="1"/>
              <p:nvPr/>
            </p:nvSpPr>
            <p:spPr>
              <a:xfrm>
                <a:off x="21097875" y="6877050"/>
                <a:ext cx="4000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00"/>
                </a:pPr>
                <a:r>
                  <a:rPr lang="en-US" sz="15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B_s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97" name="Editable Equation comp-mid-as-text"/>
              <p:cNvSpPr txBox="1"/>
              <p:nvPr/>
            </p:nvSpPr>
            <p:spPr>
              <a:xfrm>
                <a:off x="22183725" y="6519862"/>
                <a:ext cx="47625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00"/>
                </a:pPr>
                <a:r>
                  <a:rPr lang="en-US" sz="15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5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5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97" name="Editable Equation comp-mid-as-text Fallback"/>
              <p:cNvSpPr txBox="1"/>
              <p:nvPr/>
            </p:nvSpPr>
            <p:spPr>
              <a:xfrm>
                <a:off x="22183725" y="6519862"/>
                <a:ext cx="47625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00"/>
                </a:pPr>
                <a:r>
                  <a:rPr lang="en-US" sz="15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A_s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98" name="Editable Equation comp-mid-bs-text"/>
              <p:cNvSpPr txBox="1"/>
              <p:nvPr/>
            </p:nvSpPr>
            <p:spPr>
              <a:xfrm>
                <a:off x="22183725" y="7148512"/>
                <a:ext cx="47625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00"/>
                </a:pPr>
                <a:r>
                  <a:rPr lang="en-US" sz="15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5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en-US" sz="15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98" name="Editable Equation comp-mid-bs-text Fallback"/>
              <p:cNvSpPr txBox="1"/>
              <p:nvPr/>
            </p:nvSpPr>
            <p:spPr>
              <a:xfrm>
                <a:off x="22183725" y="7148512"/>
                <a:ext cx="47625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00"/>
                </a:pPr>
                <a:r>
                  <a:rPr lang="en-US" sz="15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B_s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99" name="Editable Equation comp-right-as-text"/>
              <p:cNvSpPr txBox="1"/>
              <p:nvPr/>
            </p:nvSpPr>
            <p:spPr>
              <a:xfrm>
                <a:off x="23307675" y="6519862"/>
                <a:ext cx="47625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00"/>
                </a:pPr>
                <a:r>
                  <a:rPr lang="en-US" sz="15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5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5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99" name="Editable Equation comp-right-as-text Fallback"/>
              <p:cNvSpPr txBox="1"/>
              <p:nvPr/>
            </p:nvSpPr>
            <p:spPr>
              <a:xfrm>
                <a:off x="23307675" y="6519862"/>
                <a:ext cx="47625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00"/>
                </a:pPr>
                <a:r>
                  <a:rPr lang="en-US" sz="15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A_s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200" name="Editable Equation comp-right-bs-text"/>
              <p:cNvSpPr txBox="1"/>
              <p:nvPr/>
            </p:nvSpPr>
            <p:spPr>
              <a:xfrm>
                <a:off x="23307675" y="7148512"/>
                <a:ext cx="47625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00"/>
                </a:pPr>
                <a:r>
                  <a:rPr lang="en-US" sz="15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15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en-US" sz="1500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00" name="Editable Equation comp-right-bs-text Fallback"/>
              <p:cNvSpPr txBox="1"/>
              <p:nvPr/>
            </p:nvSpPr>
            <p:spPr>
              <a:xfrm>
                <a:off x="23307675" y="7148512"/>
                <a:ext cx="47625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1500"/>
                </a:pPr>
                <a:r>
                  <a:rPr lang="en-US" sz="1500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B_s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201" name="Editable Equation composition-mtheta"/>
              <p:cNvSpPr txBox="1"/>
              <p:nvPr/>
            </p:nvSpPr>
            <p:spPr>
              <a:xfrm>
                <a:off x="22045612" y="8205788"/>
                <a:ext cx="714375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025"/>
                </a:pPr>
                <a:r>
                  <a:rPr lang="en-US" sz="202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sSub>
                        <m:e>
                          <m:r>
                            <a:rPr lang="en-US" sz="202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en-US" sz="202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01" name="Editable Equation composition-mtheta Fallback"/>
              <p:cNvSpPr txBox="1"/>
              <p:nvPr/>
            </p:nvSpPr>
            <p:spPr>
              <a:xfrm>
                <a:off x="22045612" y="8205788"/>
                <a:ext cx="714375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025"/>
                </a:pPr>
                <a:r>
                  <a:rPr lang="en-US" sz="202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M_{\theta}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