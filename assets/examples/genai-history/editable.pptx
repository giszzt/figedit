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925800" cy="8963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38e7df87476163e.png"/>
  <Relationship Id="rId3" Type="http://schemas.openxmlformats.org/officeDocument/2006/relationships/image" Target="../media/image_82ca2d694c8b0c9e.png"/>
  <Relationship Id="rId4" Type="http://schemas.openxmlformats.org/officeDocument/2006/relationships/image" Target="../media/image_19b5471064f761e7.png"/>
  <Relationship Id="rId5" Type="http://schemas.openxmlformats.org/officeDocument/2006/relationships/image" Target="../media/image_562a5ec64adfc778.png"/>
  <Relationship Id="rId6" Type="http://schemas.openxmlformats.org/officeDocument/2006/relationships/image" Target="../media/image_2874c74587267396.png"/>
  <Relationship Id="rId7" Type="http://schemas.openxmlformats.org/officeDocument/2006/relationships/image" Target="../media/image_98454d24735f086f.png"/>
  <Relationship Id="rId8" Type="http://schemas.openxmlformats.org/officeDocument/2006/relationships/image" Target="../media/image_0a8080f35bc6155b.png"/>
  <Relationship Id="rId9" Type="http://schemas.openxmlformats.org/officeDocument/2006/relationships/image" Target="../media/image_93db51cc9613cc8e.png"/>
  <Relationship Id="rId10" Type="http://schemas.openxmlformats.org/officeDocument/2006/relationships/image" Target="../media/image_75630abf1cba534d.png"/>
  <Relationship Id="rId11" Type="http://schemas.openxmlformats.org/officeDocument/2006/relationships/image" Target="../media/image_b39a9db11552fe99.png"/>
  <Relationship Id="rId12" Type="http://schemas.openxmlformats.org/officeDocument/2006/relationships/image" Target="../media/image_e3b8db59139a74d9.png"/>
  <Relationship Id="rId13" Type="http://schemas.openxmlformats.org/officeDocument/2006/relationships/image" Target="../media/image_28030692e35ef271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228600" y="171450"/>
            <a:ext cx="15440025" cy="8486775"/>
            <a:chOff x="228600" y="171450"/>
            <a:chExt cx="15440025" cy="8486775"/>
          </a:xfrm>
        </p:grpSpPr>
        <p:sp>
          <p:nvSpPr>
            <p:cNvPr id="3" name="Rectangle 3"/>
            <p:cNvSpPr/>
            <p:nvPr/>
          </p:nvSpPr>
          <p:spPr>
            <a:xfrm>
              <a:off x="304800" y="171450"/>
              <a:ext cx="161925" cy="676275"/>
            </a:xfrm>
            <a:prstGeom prst="rect">
              <a:avLst/>
            </a:prstGeom>
            <a:solidFill>
              <a:srgbClr val="1F66C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04800" y="876300"/>
              <a:ext cx="161925" cy="257175"/>
            </a:xfrm>
            <a:prstGeom prst="rect">
              <a:avLst/>
            </a:prstGeom>
            <a:solidFill>
              <a:srgbClr val="D52B3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28600" y="1790700"/>
              <a:ext cx="2800350" cy="3038475"/>
            </a:xfrm>
            <a:prstGeom prst="roundRect">
              <a:avLst>
                <a:gd name="adj" fmla="val 5782"/>
              </a:avLst>
            </a:prstGeom>
            <a:solidFill>
              <a:srgbClr val="FFFFFF"/>
            </a:solidFill>
            <a:ln w="14288">
              <a:solidFill>
                <a:srgbClr val="C5D7F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543300" y="1790700"/>
              <a:ext cx="2676525" cy="3038475"/>
            </a:xfrm>
            <a:prstGeom prst="roundRect">
              <a:avLst>
                <a:gd name="adj" fmla="val 6050"/>
              </a:avLst>
            </a:prstGeom>
            <a:solidFill>
              <a:srgbClr val="FFFFFF"/>
            </a:solidFill>
            <a:ln w="14288">
              <a:solidFill>
                <a:srgbClr val="C5D7F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715125" y="1790700"/>
              <a:ext cx="2552700" cy="3038475"/>
            </a:xfrm>
            <a:prstGeom prst="roundRect">
              <a:avLst>
                <a:gd name="adj" fmla="val 6343"/>
              </a:avLst>
            </a:prstGeom>
            <a:solidFill>
              <a:srgbClr val="FFFFFF"/>
            </a:solidFill>
            <a:ln w="14288">
              <a:solidFill>
                <a:srgbClr val="C5D7F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772650" y="1790700"/>
              <a:ext cx="2657475" cy="3038475"/>
            </a:xfrm>
            <a:prstGeom prst="roundRect">
              <a:avLst>
                <a:gd name="adj" fmla="val 6093"/>
              </a:avLst>
            </a:prstGeom>
            <a:solidFill>
              <a:srgbClr val="FFFFFF"/>
            </a:solidFill>
            <a:ln w="14288">
              <a:solidFill>
                <a:srgbClr val="C5D7F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2906375" y="1790700"/>
              <a:ext cx="2762250" cy="3038475"/>
            </a:xfrm>
            <a:prstGeom prst="roundRect">
              <a:avLst>
                <a:gd name="adj" fmla="val 5862"/>
              </a:avLst>
            </a:prstGeom>
            <a:solidFill>
              <a:srgbClr val="FFFFFF"/>
            </a:solidFill>
            <a:ln w="14288">
              <a:solidFill>
                <a:srgbClr val="C5D7F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8600" y="5124450"/>
              <a:ext cx="15430500" cy="2438400"/>
            </a:xfrm>
            <a:prstGeom prst="roundRect">
              <a:avLst>
                <a:gd name="adj" fmla="val 5469"/>
              </a:avLst>
            </a:prstGeom>
            <a:solidFill>
              <a:srgbClr val="FFFFFF"/>
            </a:solidFill>
            <a:ln w="14288">
              <a:solidFill>
                <a:srgbClr val="397EE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23875" y="5810250"/>
              <a:ext cx="2543175" cy="1171575"/>
            </a:xfrm>
            <a:prstGeom prst="roundRect">
              <a:avLst>
                <a:gd name="adj" fmla="val 11382"/>
              </a:avLst>
            </a:prstGeom>
            <a:solidFill>
              <a:srgbClr val="FBFDFF"/>
            </a:solidFill>
            <a:ln w="14288">
              <a:solidFill>
                <a:srgbClr val="BDD1F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14725" y="5810250"/>
              <a:ext cx="2409825" cy="1171575"/>
            </a:xfrm>
            <a:prstGeom prst="roundRect">
              <a:avLst>
                <a:gd name="adj" fmla="val 11382"/>
              </a:avLst>
            </a:prstGeom>
            <a:solidFill>
              <a:srgbClr val="FBFDFF"/>
            </a:solidFill>
            <a:ln w="14288">
              <a:solidFill>
                <a:srgbClr val="BDD1F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81750" y="5810250"/>
              <a:ext cx="2505075" cy="1171575"/>
            </a:xfrm>
            <a:prstGeom prst="roundRect">
              <a:avLst>
                <a:gd name="adj" fmla="val 11382"/>
              </a:avLst>
            </a:prstGeom>
            <a:solidFill>
              <a:srgbClr val="FBFDFF"/>
            </a:solidFill>
            <a:ln w="14288">
              <a:solidFill>
                <a:srgbClr val="BDD1F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44025" y="5810250"/>
              <a:ext cx="2552700" cy="1171575"/>
            </a:xfrm>
            <a:prstGeom prst="roundRect">
              <a:avLst>
                <a:gd name="adj" fmla="val 11382"/>
              </a:avLst>
            </a:prstGeom>
            <a:solidFill>
              <a:srgbClr val="FBFDFF"/>
            </a:solidFill>
            <a:ln w="14288">
              <a:solidFill>
                <a:srgbClr val="BDD1F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382500" y="5810250"/>
              <a:ext cx="3038475" cy="1276350"/>
            </a:xfrm>
            <a:prstGeom prst="roundRect">
              <a:avLst>
                <a:gd name="adj" fmla="val 10448"/>
              </a:avLst>
            </a:prstGeom>
            <a:solidFill>
              <a:srgbClr val="FBFDFF"/>
            </a:solidFill>
            <a:ln w="14288">
              <a:solidFill>
                <a:srgbClr val="BDD1F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8600" y="7877175"/>
              <a:ext cx="15430500" cy="781050"/>
            </a:xfrm>
            <a:prstGeom prst="roundRect">
              <a:avLst>
                <a:gd name="adj" fmla="val 17073"/>
              </a:avLst>
            </a:prstGeom>
            <a:solidFill>
              <a:srgbClr val="FBFDFF"/>
            </a:solidFill>
            <a:ln w="14288">
              <a:solidFill>
                <a:srgbClr val="94B7ED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76250" y="152400"/>
            <a:ext cx="15163800" cy="8401050"/>
            <a:chOff x="476250" y="152400"/>
            <a:chExt cx="15163800" cy="840105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63500" y="152400"/>
              <a:ext cx="2876550" cy="1162050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250" y="2695575"/>
              <a:ext cx="2381250" cy="1257300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5700" y="2724150"/>
              <a:ext cx="2381250" cy="1200150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0850" y="2809875"/>
              <a:ext cx="2209800" cy="866775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48850" y="2686050"/>
              <a:ext cx="2428875" cy="106680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058775" y="2705100"/>
              <a:ext cx="2324100" cy="1266825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2950" y="5953125"/>
              <a:ext cx="781050" cy="828675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86175" y="5962650"/>
              <a:ext cx="800100" cy="790575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86525" y="5962650"/>
              <a:ext cx="781050" cy="781050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67850" y="5953125"/>
              <a:ext cx="742950" cy="790575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611100" y="5953125"/>
              <a:ext cx="2190750" cy="581025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315700" y="7972425"/>
              <a:ext cx="647700" cy="581025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228600" y="5124450"/>
            <a:ext cx="2638425" cy="3533775"/>
            <a:chOff x="228600" y="5124450"/>
            <a:chExt cx="2638425" cy="3533775"/>
          </a:xfrm>
        </p:grpSpPr>
        <p:sp>
          <p:nvSpPr>
            <p:cNvPr id="31" name="Polygon 31"/>
            <p:cNvSpPr/>
            <p:nvPr/>
          </p:nvSpPr>
          <p:spPr>
            <a:xfrm>
              <a:off x="228600" y="5124450"/>
              <a:ext cx="2638425" cy="419100"/>
            </a:xfrm>
            <a:custGeom>
              <a:avLst/>
              <a:gdLst/>
              <a:ahLst/>
              <a:cxnLst/>
              <a:rect l="l" t="t" r="r" b="b"/>
              <a:pathLst>
                <a:path w="2638425" h="419100">
                  <a:moveTo>
                    <a:pt x="0" y="0"/>
                  </a:moveTo>
                  <a:lnTo>
                    <a:pt x="2638425" y="0"/>
                  </a:lnTo>
                  <a:lnTo>
                    <a:pt x="2286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754B9"/>
            </a:solidFill>
            <a:ln w="9525">
              <a:solidFill>
                <a:srgbClr val="0754B9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228600" y="7877175"/>
              <a:ext cx="2400300" cy="781050"/>
            </a:xfrm>
            <a:custGeom>
              <a:avLst/>
              <a:gdLst/>
              <a:ahLst/>
              <a:cxnLst/>
              <a:rect l="l" t="t" r="r" b="b"/>
              <a:pathLst>
                <a:path w="2400300" h="781050">
                  <a:moveTo>
                    <a:pt x="0" y="0"/>
                  </a:moveTo>
                  <a:lnTo>
                    <a:pt x="2400300" y="0"/>
                  </a:lnTo>
                  <a:lnTo>
                    <a:pt x="2228850" y="371475"/>
                  </a:lnTo>
                  <a:lnTo>
                    <a:pt x="1924050" y="781050"/>
                  </a:lnTo>
                  <a:lnTo>
                    <a:pt x="0" y="781050"/>
                  </a:lnTo>
                  <a:close/>
                </a:path>
              </a:pathLst>
            </a:custGeom>
            <a:solidFill>
              <a:srgbClr val="0761C9"/>
            </a:solidFill>
            <a:ln w="9525">
              <a:solidFill>
                <a:srgbClr val="0761C9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466725" y="1866900"/>
            <a:ext cx="13439775" cy="6629400"/>
            <a:chOff x="466725" y="1866900"/>
            <a:chExt cx="13439775" cy="6629400"/>
          </a:xfrm>
        </p:grpSpPr>
        <p:sp>
          <p:nvSpPr>
            <p:cNvPr id="34" name="Ellipse 34"/>
            <p:cNvSpPr/>
            <p:nvPr/>
          </p:nvSpPr>
          <p:spPr>
            <a:xfrm>
              <a:off x="485775" y="1866900"/>
              <a:ext cx="476250" cy="476250"/>
            </a:xfrm>
            <a:prstGeom prst="ellipse">
              <a:avLst/>
            </a:prstGeom>
            <a:solidFill>
              <a:srgbClr val="0751B5"/>
            </a:solidFill>
            <a:ln w="9525">
              <a:solidFill>
                <a:srgbClr val="0751B5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800475" y="1866900"/>
              <a:ext cx="476250" cy="476250"/>
            </a:xfrm>
            <a:prstGeom prst="ellipse">
              <a:avLst/>
            </a:prstGeom>
            <a:solidFill>
              <a:srgbClr val="0751B5"/>
            </a:solidFill>
            <a:ln w="9525">
              <a:solidFill>
                <a:srgbClr val="0751B5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972300" y="1866900"/>
              <a:ext cx="476250" cy="476250"/>
            </a:xfrm>
            <a:prstGeom prst="ellipse">
              <a:avLst/>
            </a:prstGeom>
            <a:solidFill>
              <a:srgbClr val="0751B5"/>
            </a:solidFill>
            <a:ln w="9525">
              <a:solidFill>
                <a:srgbClr val="0751B5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029825" y="1866900"/>
              <a:ext cx="476250" cy="476250"/>
            </a:xfrm>
            <a:prstGeom prst="ellipse">
              <a:avLst/>
            </a:prstGeom>
            <a:solidFill>
              <a:srgbClr val="0751B5"/>
            </a:solidFill>
            <a:ln w="9525">
              <a:solidFill>
                <a:srgbClr val="0751B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3163550" y="1866900"/>
              <a:ext cx="476250" cy="476250"/>
            </a:xfrm>
            <a:prstGeom prst="ellipse">
              <a:avLst/>
            </a:prstGeom>
            <a:solidFill>
              <a:srgbClr val="0751B5"/>
            </a:solidFill>
            <a:ln w="9525">
              <a:solidFill>
                <a:srgbClr val="0751B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724025" y="7181850"/>
              <a:ext cx="152400" cy="152400"/>
            </a:xfrm>
            <a:prstGeom prst="ellipse">
              <a:avLst/>
            </a:prstGeom>
            <a:solidFill>
              <a:srgbClr val="3F82DD"/>
            </a:solidFill>
            <a:ln w="9525">
              <a:solidFill>
                <a:srgbClr val="3F82DD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4667250" y="7181850"/>
              <a:ext cx="152400" cy="152400"/>
            </a:xfrm>
            <a:prstGeom prst="ellipse">
              <a:avLst/>
            </a:prstGeom>
            <a:solidFill>
              <a:srgbClr val="3F82DD"/>
            </a:solidFill>
            <a:ln w="9525">
              <a:solidFill>
                <a:srgbClr val="3F82DD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610475" y="7181850"/>
              <a:ext cx="152400" cy="152400"/>
            </a:xfrm>
            <a:prstGeom prst="ellipse">
              <a:avLst/>
            </a:prstGeom>
            <a:solidFill>
              <a:srgbClr val="3F82DD"/>
            </a:solidFill>
            <a:ln w="9525">
              <a:solidFill>
                <a:srgbClr val="3F82DD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563225" y="7181850"/>
              <a:ext cx="152400" cy="152400"/>
            </a:xfrm>
            <a:prstGeom prst="ellipse">
              <a:avLst/>
            </a:prstGeom>
            <a:solidFill>
              <a:srgbClr val="3F82DD"/>
            </a:solidFill>
            <a:ln w="9525">
              <a:solidFill>
                <a:srgbClr val="3F82DD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3754100" y="7181850"/>
              <a:ext cx="152400" cy="152400"/>
            </a:xfrm>
            <a:prstGeom prst="ellipse">
              <a:avLst/>
            </a:prstGeom>
            <a:solidFill>
              <a:srgbClr val="3F82DD"/>
            </a:solidFill>
            <a:ln w="9525">
              <a:solidFill>
                <a:srgbClr val="3F82DD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466725" y="8039100"/>
              <a:ext cx="457200" cy="4572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533400" y="8096250"/>
              <a:ext cx="323850" cy="304800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161925" y="0"/>
                  </a:moveTo>
                  <a:lnTo>
                    <a:pt x="209550" y="104775"/>
                  </a:lnTo>
                  <a:lnTo>
                    <a:pt x="323850" y="114300"/>
                  </a:lnTo>
                  <a:lnTo>
                    <a:pt x="238125" y="190500"/>
                  </a:lnTo>
                  <a:lnTo>
                    <a:pt x="266700" y="304800"/>
                  </a:lnTo>
                  <a:lnTo>
                    <a:pt x="161925" y="238125"/>
                  </a:lnTo>
                  <a:lnTo>
                    <a:pt x="57150" y="304800"/>
                  </a:lnTo>
                  <a:lnTo>
                    <a:pt x="85725" y="190500"/>
                  </a:lnTo>
                  <a:lnTo>
                    <a:pt x="0" y="114300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FFFF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3276600" y="8096250"/>
              <a:ext cx="361950" cy="342900"/>
            </a:xfrm>
            <a:prstGeom prst="rect">
              <a:avLst/>
            </a:prstGeom>
            <a:solidFill>
              <a:srgbClr val="1761BD"/>
            </a:solidFill>
            <a:ln w="9525">
              <a:solidFill>
                <a:srgbClr val="1761BD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276600" y="8039100"/>
              <a:ext cx="361950" cy="114300"/>
            </a:xfrm>
            <a:prstGeom prst="ellipse">
              <a:avLst/>
            </a:prstGeom>
            <a:solidFill>
              <a:srgbClr val="2F77D2"/>
            </a:solidFill>
            <a:ln w="14288">
              <a:solidFill>
                <a:srgbClr val="FFFFFF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276600" y="8153400"/>
              <a:ext cx="361950" cy="114300"/>
            </a:xfrm>
            <a:prstGeom prst="ellipse">
              <a:avLst/>
            </a:prstGeom>
            <a:solidFill>
              <a:srgbClr val="1761BD"/>
            </a:solidFill>
            <a:ln w="14288">
              <a:solidFill>
                <a:srgbClr val="FFFFFF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276600" y="8267700"/>
              <a:ext cx="361950" cy="114300"/>
            </a:xfrm>
            <a:prstGeom prst="ellipse">
              <a:avLst/>
            </a:prstGeom>
            <a:solidFill>
              <a:srgbClr val="1761BD"/>
            </a:solidFill>
            <a:ln w="14288">
              <a:solidFill>
                <a:srgbClr val="FFFFFF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3276600" y="8382000"/>
              <a:ext cx="361950" cy="114300"/>
            </a:xfrm>
            <a:prstGeom prst="ellipse">
              <a:avLst/>
            </a:prstGeom>
            <a:solidFill>
              <a:srgbClr val="1761BD"/>
            </a:solidFill>
            <a:ln w="14288">
              <a:solidFill>
                <a:srgbClr val="FFFFFF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7029450" y="8181975"/>
              <a:ext cx="228600" cy="276225"/>
            </a:xfrm>
            <a:custGeom>
              <a:avLst/>
              <a:gdLst/>
              <a:ahLst/>
              <a:cxnLst/>
              <a:rect l="l" t="t" r="r" b="b"/>
              <a:pathLst>
                <a:path w="228600" h="276225">
                  <a:moveTo>
                    <a:pt x="0" y="66675"/>
                  </a:moveTo>
                  <a:lnTo>
                    <a:pt x="114300" y="0"/>
                  </a:lnTo>
                  <a:lnTo>
                    <a:pt x="228600" y="66675"/>
                  </a:lnTo>
                  <a:lnTo>
                    <a:pt x="228600" y="209550"/>
                  </a:lnTo>
                  <a:lnTo>
                    <a:pt x="114300" y="27622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1556AF"/>
            </a:solidFill>
            <a:ln w="9525">
              <a:solidFill>
                <a:srgbClr val="FFFFF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267575" y="8181975"/>
              <a:ext cx="228600" cy="276225"/>
            </a:xfrm>
            <a:custGeom>
              <a:avLst/>
              <a:gdLst/>
              <a:ahLst/>
              <a:cxnLst/>
              <a:rect l="l" t="t" r="r" b="b"/>
              <a:pathLst>
                <a:path w="228600" h="276225">
                  <a:moveTo>
                    <a:pt x="0" y="66675"/>
                  </a:moveTo>
                  <a:lnTo>
                    <a:pt x="114300" y="0"/>
                  </a:lnTo>
                  <a:lnTo>
                    <a:pt x="228600" y="66675"/>
                  </a:lnTo>
                  <a:lnTo>
                    <a:pt x="228600" y="209550"/>
                  </a:lnTo>
                  <a:lnTo>
                    <a:pt x="114300" y="27622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236BC5"/>
            </a:solidFill>
            <a:ln w="9525">
              <a:solidFill>
                <a:srgbClr val="FFFF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7143750" y="7991475"/>
              <a:ext cx="228600" cy="276225"/>
            </a:xfrm>
            <a:custGeom>
              <a:avLst/>
              <a:gdLst/>
              <a:ahLst/>
              <a:cxnLst/>
              <a:rect l="l" t="t" r="r" b="b"/>
              <a:pathLst>
                <a:path w="228600" h="276225">
                  <a:moveTo>
                    <a:pt x="0" y="66675"/>
                  </a:moveTo>
                  <a:lnTo>
                    <a:pt x="114300" y="0"/>
                  </a:lnTo>
                  <a:lnTo>
                    <a:pt x="228600" y="66675"/>
                  </a:lnTo>
                  <a:lnTo>
                    <a:pt x="228600" y="209550"/>
                  </a:lnTo>
                  <a:lnTo>
                    <a:pt x="114300" y="27622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0D4A9F"/>
            </a:solidFill>
            <a:ln w="9525">
              <a:solidFill>
                <a:srgbClr val="FFFFFF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304800" y="1362075"/>
            <a:ext cx="15354300" cy="7153275"/>
            <a:chOff x="304800" y="1362075"/>
            <a:chExt cx="15354300" cy="7153275"/>
          </a:xfrm>
        </p:grpSpPr>
        <p:sp>
          <p:nvSpPr>
            <p:cNvPr id="55" name="Line 55"/>
            <p:cNvSpPr/>
            <p:nvPr/>
          </p:nvSpPr>
          <p:spPr>
            <a:xfrm>
              <a:off x="304800" y="1362075"/>
              <a:ext cx="15354300" cy="9525"/>
            </a:xfrm>
            <a:custGeom>
              <a:avLst/>
              <a:gdLst/>
              <a:ahLst/>
              <a:cxnLst/>
              <a:rect l="l" t="t" r="r" b="b"/>
              <a:pathLst>
                <a:path w="15354300" h="9525">
                  <a:moveTo>
                    <a:pt x="0" y="0"/>
                  </a:moveTo>
                  <a:lnTo>
                    <a:pt x="15354300" y="0"/>
                  </a:lnTo>
                </a:path>
              </a:pathLst>
            </a:custGeom>
            <a:noFill/>
            <a:ln w="38100">
              <a:solidFill>
                <a:srgbClr val="1558BC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390525" y="40957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4288">
              <a:solidFill>
                <a:srgbClr val="8FB5EF"/>
              </a:solidFill>
              <a:prstDash val="dash"/>
            </a:ln>
          </p:spPr>
        </p:sp>
        <p:sp>
          <p:nvSpPr>
            <p:cNvPr id="57" name="Line 57"/>
            <p:cNvSpPr/>
            <p:nvPr/>
          </p:nvSpPr>
          <p:spPr>
            <a:xfrm>
              <a:off x="3705225" y="4095750"/>
              <a:ext cx="2352675" cy="9525"/>
            </a:xfrm>
            <a:custGeom>
              <a:avLst/>
              <a:gdLst/>
              <a:ahLst/>
              <a:cxnLst/>
              <a:rect l="l" t="t" r="r" b="b"/>
              <a:pathLst>
                <a:path w="2352675" h="9525">
                  <a:moveTo>
                    <a:pt x="0" y="0"/>
                  </a:moveTo>
                  <a:lnTo>
                    <a:pt x="2352675" y="0"/>
                  </a:lnTo>
                </a:path>
              </a:pathLst>
            </a:custGeom>
            <a:noFill/>
            <a:ln w="14288">
              <a:solidFill>
                <a:srgbClr val="8FB5EF"/>
              </a:solidFill>
              <a:prstDash val="dash"/>
            </a:ln>
          </p:spPr>
        </p:sp>
        <p:sp>
          <p:nvSpPr>
            <p:cNvPr id="58" name="Line 58"/>
            <p:cNvSpPr/>
            <p:nvPr/>
          </p:nvSpPr>
          <p:spPr>
            <a:xfrm>
              <a:off x="6877050" y="409575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14288">
              <a:solidFill>
                <a:srgbClr val="8FB5EF"/>
              </a:solidFill>
              <a:prstDash val="dash"/>
            </a:ln>
          </p:spPr>
        </p:sp>
        <p:sp>
          <p:nvSpPr>
            <p:cNvPr id="59" name="Line 59"/>
            <p:cNvSpPr/>
            <p:nvPr/>
          </p:nvSpPr>
          <p:spPr>
            <a:xfrm>
              <a:off x="9934575" y="4095750"/>
              <a:ext cx="2333625" cy="9525"/>
            </a:xfrm>
            <a:custGeom>
              <a:avLst/>
              <a:gdLst/>
              <a:ahLst/>
              <a:cxnLst/>
              <a:rect l="l" t="t" r="r" b="b"/>
              <a:pathLst>
                <a:path w="2333625" h="9525">
                  <a:moveTo>
                    <a:pt x="0" y="0"/>
                  </a:moveTo>
                  <a:lnTo>
                    <a:pt x="2333625" y="0"/>
                  </a:lnTo>
                </a:path>
              </a:pathLst>
            </a:custGeom>
            <a:noFill/>
            <a:ln w="14288">
              <a:solidFill>
                <a:srgbClr val="8FB5EF"/>
              </a:solidFill>
              <a:prstDash val="dash"/>
            </a:ln>
          </p:spPr>
        </p:sp>
        <p:sp>
          <p:nvSpPr>
            <p:cNvPr id="60" name="Line 60"/>
            <p:cNvSpPr/>
            <p:nvPr/>
          </p:nvSpPr>
          <p:spPr>
            <a:xfrm>
              <a:off x="13068300" y="40957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14288">
              <a:solidFill>
                <a:srgbClr val="8FB5EF"/>
              </a:solidFill>
              <a:prstDash val="dash"/>
            </a:ln>
          </p:spPr>
        </p:sp>
        <p:sp>
          <p:nvSpPr>
            <p:cNvPr id="61" name="Polygon 61"/>
            <p:cNvSpPr/>
            <p:nvPr/>
          </p:nvSpPr>
          <p:spPr>
            <a:xfrm>
              <a:off x="3105150" y="2124075"/>
              <a:ext cx="390525" cy="352425"/>
            </a:xfrm>
            <a:custGeom>
              <a:avLst/>
              <a:gdLst/>
              <a:ahLst/>
              <a:cxnLst/>
              <a:rect l="l" t="t" r="r" b="b"/>
              <a:pathLst>
                <a:path w="390525" h="352425">
                  <a:moveTo>
                    <a:pt x="0" y="66675"/>
                  </a:moveTo>
                  <a:lnTo>
                    <a:pt x="238125" y="66675"/>
                  </a:lnTo>
                  <a:lnTo>
                    <a:pt x="238125" y="0"/>
                  </a:lnTo>
                  <a:lnTo>
                    <a:pt x="390525" y="176212"/>
                  </a:lnTo>
                  <a:lnTo>
                    <a:pt x="238125" y="352425"/>
                  </a:lnTo>
                  <a:lnTo>
                    <a:pt x="2381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6276975" y="2124075"/>
              <a:ext cx="390525" cy="352425"/>
            </a:xfrm>
            <a:custGeom>
              <a:avLst/>
              <a:gdLst/>
              <a:ahLst/>
              <a:cxnLst/>
              <a:rect l="l" t="t" r="r" b="b"/>
              <a:pathLst>
                <a:path w="390525" h="352425">
                  <a:moveTo>
                    <a:pt x="0" y="66675"/>
                  </a:moveTo>
                  <a:lnTo>
                    <a:pt x="238125" y="66675"/>
                  </a:lnTo>
                  <a:lnTo>
                    <a:pt x="238125" y="0"/>
                  </a:lnTo>
                  <a:lnTo>
                    <a:pt x="390525" y="176212"/>
                  </a:lnTo>
                  <a:lnTo>
                    <a:pt x="238125" y="352425"/>
                  </a:lnTo>
                  <a:lnTo>
                    <a:pt x="2381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9315450" y="2124075"/>
              <a:ext cx="390525" cy="352425"/>
            </a:xfrm>
            <a:custGeom>
              <a:avLst/>
              <a:gdLst/>
              <a:ahLst/>
              <a:cxnLst/>
              <a:rect l="l" t="t" r="r" b="b"/>
              <a:pathLst>
                <a:path w="390525" h="352425">
                  <a:moveTo>
                    <a:pt x="0" y="66675"/>
                  </a:moveTo>
                  <a:lnTo>
                    <a:pt x="238125" y="66675"/>
                  </a:lnTo>
                  <a:lnTo>
                    <a:pt x="238125" y="0"/>
                  </a:lnTo>
                  <a:lnTo>
                    <a:pt x="390525" y="176212"/>
                  </a:lnTo>
                  <a:lnTo>
                    <a:pt x="238125" y="352425"/>
                  </a:lnTo>
                  <a:lnTo>
                    <a:pt x="2381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12477750" y="2124075"/>
              <a:ext cx="390525" cy="352425"/>
            </a:xfrm>
            <a:custGeom>
              <a:avLst/>
              <a:gdLst/>
              <a:ahLst/>
              <a:cxnLst/>
              <a:rect l="l" t="t" r="r" b="b"/>
              <a:pathLst>
                <a:path w="390525" h="352425">
                  <a:moveTo>
                    <a:pt x="0" y="66675"/>
                  </a:moveTo>
                  <a:lnTo>
                    <a:pt x="238125" y="66675"/>
                  </a:lnTo>
                  <a:lnTo>
                    <a:pt x="238125" y="0"/>
                  </a:lnTo>
                  <a:lnTo>
                    <a:pt x="390525" y="176212"/>
                  </a:lnTo>
                  <a:lnTo>
                    <a:pt x="238125" y="352425"/>
                  </a:lnTo>
                  <a:lnTo>
                    <a:pt x="2381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3105150" y="6162675"/>
              <a:ext cx="361950" cy="314325"/>
            </a:xfrm>
            <a:custGeom>
              <a:avLst/>
              <a:gdLst/>
              <a:ahLst/>
              <a:cxnLst/>
              <a:rect l="l" t="t" r="r" b="b"/>
              <a:pathLst>
                <a:path w="361950" h="314325">
                  <a:moveTo>
                    <a:pt x="0" y="66675"/>
                  </a:moveTo>
                  <a:lnTo>
                    <a:pt x="209550" y="66675"/>
                  </a:lnTo>
                  <a:lnTo>
                    <a:pt x="209550" y="0"/>
                  </a:lnTo>
                  <a:lnTo>
                    <a:pt x="361950" y="157162"/>
                  </a:lnTo>
                  <a:lnTo>
                    <a:pt x="209550" y="314325"/>
                  </a:lnTo>
                  <a:lnTo>
                    <a:pt x="2095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5962650" y="6162675"/>
              <a:ext cx="361950" cy="314325"/>
            </a:xfrm>
            <a:custGeom>
              <a:avLst/>
              <a:gdLst/>
              <a:ahLst/>
              <a:cxnLst/>
              <a:rect l="l" t="t" r="r" b="b"/>
              <a:pathLst>
                <a:path w="361950" h="314325">
                  <a:moveTo>
                    <a:pt x="0" y="66675"/>
                  </a:moveTo>
                  <a:lnTo>
                    <a:pt x="209550" y="66675"/>
                  </a:lnTo>
                  <a:lnTo>
                    <a:pt x="209550" y="0"/>
                  </a:lnTo>
                  <a:lnTo>
                    <a:pt x="361950" y="157162"/>
                  </a:lnTo>
                  <a:lnTo>
                    <a:pt x="209550" y="314325"/>
                  </a:lnTo>
                  <a:lnTo>
                    <a:pt x="2095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8934450" y="6162675"/>
              <a:ext cx="361950" cy="314325"/>
            </a:xfrm>
            <a:custGeom>
              <a:avLst/>
              <a:gdLst/>
              <a:ahLst/>
              <a:cxnLst/>
              <a:rect l="l" t="t" r="r" b="b"/>
              <a:pathLst>
                <a:path w="361950" h="314325">
                  <a:moveTo>
                    <a:pt x="0" y="66675"/>
                  </a:moveTo>
                  <a:lnTo>
                    <a:pt x="209550" y="66675"/>
                  </a:lnTo>
                  <a:lnTo>
                    <a:pt x="209550" y="0"/>
                  </a:lnTo>
                  <a:lnTo>
                    <a:pt x="361950" y="157162"/>
                  </a:lnTo>
                  <a:lnTo>
                    <a:pt x="209550" y="314325"/>
                  </a:lnTo>
                  <a:lnTo>
                    <a:pt x="2095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11944350" y="6162675"/>
              <a:ext cx="361950" cy="314325"/>
            </a:xfrm>
            <a:custGeom>
              <a:avLst/>
              <a:gdLst/>
              <a:ahLst/>
              <a:cxnLst/>
              <a:rect l="l" t="t" r="r" b="b"/>
              <a:pathLst>
                <a:path w="361950" h="314325">
                  <a:moveTo>
                    <a:pt x="0" y="66675"/>
                  </a:moveTo>
                  <a:lnTo>
                    <a:pt x="209550" y="66675"/>
                  </a:lnTo>
                  <a:lnTo>
                    <a:pt x="209550" y="0"/>
                  </a:lnTo>
                  <a:lnTo>
                    <a:pt x="361950" y="157162"/>
                  </a:lnTo>
                  <a:lnTo>
                    <a:pt x="209550" y="314325"/>
                  </a:lnTo>
                  <a:lnTo>
                    <a:pt x="2095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B69C9"/>
            </a:solidFill>
            <a:ln w="9525">
              <a:solidFill>
                <a:srgbClr val="2B69C9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523875" y="7258050"/>
              <a:ext cx="14782800" cy="1"/>
            </a:xfrm>
            <a:prstGeom prst="line">
              <a:avLst/>
            </a:prstGeom>
            <a:noFill/>
            <a:ln w="19050">
              <a:solidFill>
                <a:srgbClr val="478BE8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70" name="Line 70"/>
            <p:cNvSpPr/>
            <p:nvPr/>
          </p:nvSpPr>
          <p:spPr>
            <a:xfrm>
              <a:off x="6610350" y="8048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9AAFD1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10896600" y="8048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9AAFD1"/>
              </a:solidFill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373380" y="221933"/>
            <a:ext cx="15023783" cy="8410098"/>
            <a:chOff x="373380" y="221933"/>
            <a:chExt cx="15023783" cy="8410098"/>
          </a:xfrm>
        </p:grpSpPr>
        <p:sp>
          <p:nvSpPr>
            <p:cNvPr id="73" name="TextBox 73"/>
            <p:cNvSpPr txBox="1"/>
            <p:nvPr/>
          </p:nvSpPr>
          <p:spPr>
            <a:xfrm>
              <a:off x="702945" y="221933"/>
              <a:ext cx="4578017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073887"/>
                  </a:solidFill>
                  <a:latin typeface="Noto Sans CJK SC"/>
                  <a:ea typeface="Microsoft YaHei"/>
                  <a:cs typeface="Noto Sans CJK SC"/>
                </a:rPr>
                <a:t>生成式AI发展史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1522" y="977741"/>
              <a:ext cx="4709636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5B6473"/>
                  </a:solidFill>
                  <a:latin typeface="Noto Sans CJK SC"/>
                  <a:ea typeface="Microsoft YaHei"/>
                  <a:cs typeface="Noto Sans CJK SC"/>
                </a:rPr>
                <a:t>从规则生成到大模型与多模态智能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7958" y="1934528"/>
              <a:ext cx="17188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5382" y="195310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萌芽探索期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2515" y="2301240"/>
              <a:ext cx="17217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(1950s—1990s)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73380" y="4350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21827"/>
                  </a:solidFill>
                  <a:latin typeface="Noto Sans CJK SC"/>
                  <a:ea typeface="Microsoft YaHei"/>
                  <a:cs typeface="Noto Sans CJK SC"/>
                </a:rPr>
                <a:t>图灵思想、专家系统、规则生成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908028" y="1934528"/>
              <a:ext cx="2611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470082" y="195310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统计学习期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387215" y="2301240"/>
              <a:ext cx="15831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(1990s—2013)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688080" y="4350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21827"/>
                  </a:solidFill>
                  <a:latin typeface="Noto Sans CJK SC"/>
                  <a:ea typeface="Microsoft YaHei"/>
                  <a:cs typeface="Noto Sans CJK SC"/>
                </a:rPr>
                <a:t>概率模型、机器学习、数据驱动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79853" y="1934528"/>
              <a:ext cx="2611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41908" y="195310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深度生成期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59040" y="2301240"/>
              <a:ext cx="14444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(2014—2017)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859905" y="4350068"/>
              <a:ext cx="20685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21827"/>
                  </a:solidFill>
                  <a:latin typeface="Noto Sans CJK SC"/>
                  <a:ea typeface="Microsoft YaHei"/>
                  <a:cs typeface="Noto Sans CJK SC"/>
                </a:rPr>
                <a:t>VAE、GAN、生成能力跃升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37378" y="1934528"/>
              <a:ext cx="2611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4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699432" y="195310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大模型奠基期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616565" y="2301240"/>
              <a:ext cx="15075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(2017—2020)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917430" y="4350068"/>
              <a:ext cx="2599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21827"/>
                  </a:solidFill>
                  <a:latin typeface="Noto Sans CJK SC"/>
                  <a:ea typeface="Microsoft YaHei"/>
                  <a:cs typeface="Noto Sans CJK SC"/>
                </a:rPr>
                <a:t>Transformer、预训练、规模化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3271103" y="1934528"/>
              <a:ext cx="2611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3833158" y="195310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爆发应用期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3750290" y="2301240"/>
              <a:ext cx="14570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7377F"/>
                  </a:solidFill>
                  <a:latin typeface="Noto Sans CJK SC"/>
                  <a:ea typeface="Microsoft YaHei"/>
                  <a:cs typeface="Noto Sans CJK SC"/>
                </a:rPr>
                <a:t>(2021—至今)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226701" y="3716179"/>
              <a:ext cx="38654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01827"/>
                  </a:solidFill>
                  <a:latin typeface="Noto Sans CJK SC"/>
                  <a:ea typeface="Microsoft YaHei"/>
                  <a:cs typeface="Noto Sans CJK SC"/>
                </a:rPr>
                <a:t>VAE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484001" y="3716179"/>
              <a:ext cx="38654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01827"/>
                  </a:solidFill>
                  <a:latin typeface="Noto Sans CJK SC"/>
                  <a:ea typeface="Microsoft YaHei"/>
                  <a:cs typeface="Noto Sans CJK SC"/>
                </a:rPr>
                <a:t>GAN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932253" y="3818096"/>
              <a:ext cx="12238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101827"/>
                  </a:solidFill>
                  <a:latin typeface="Noto Sans CJK SC"/>
                  <a:ea typeface="Microsoft YaHei"/>
                  <a:cs typeface="Noto Sans CJK SC"/>
                </a:rPr>
                <a:t>Transformer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3158788" y="4267200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21827"/>
                  </a:solidFill>
                  <a:latin typeface="Noto Sans CJK SC"/>
                  <a:ea typeface="Microsoft YaHei"/>
                  <a:cs typeface="Noto Sans CJK SC"/>
                </a:rPr>
                <a:t>大语言模型、扩散模型、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3558838" y="45243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21827"/>
                  </a:solidFill>
                  <a:latin typeface="Noto Sans CJK SC"/>
                  <a:ea typeface="Microsoft YaHei"/>
                  <a:cs typeface="Noto Sans CJK SC"/>
                </a:rPr>
                <a:t>多模态、智能体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95300" y="521493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技术演进主线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641158" y="6115526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11111"/>
                  </a:solidFill>
                  <a:latin typeface="Noto Sans CJK SC"/>
                  <a:ea typeface="Microsoft YaHei"/>
                  <a:cs typeface="Noto Sans CJK SC"/>
                </a:rPr>
                <a:t>规则系统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657350" y="65151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Noto Sans CJK SC"/>
                  <a:ea typeface="Microsoft YaHei"/>
                  <a:cs typeface="Noto Sans CJK SC"/>
                </a:rPr>
                <a:t>规则系统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632008" y="6115526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11111"/>
                  </a:solidFill>
                  <a:latin typeface="Noto Sans CJK SC"/>
                  <a:ea typeface="Microsoft YaHei"/>
                  <a:cs typeface="Noto Sans CJK SC"/>
                </a:rPr>
                <a:t>统计模型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4648200" y="6515100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Noto Sans CJK SC"/>
                  <a:ea typeface="Microsoft YaHei"/>
                  <a:cs typeface="Noto Sans CJK SC"/>
                </a:rPr>
                <a:t>统计模型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501890" y="61398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Noto Sans CJK SC"/>
                  <a:ea typeface="Microsoft YaHei"/>
                  <a:cs typeface="Noto Sans CJK SC"/>
                </a:rPr>
                <a:t>深度生成模型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515225" y="6515100"/>
              <a:ext cx="928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Noto Sans CJK SC"/>
                  <a:ea typeface="Microsoft YaHei"/>
                  <a:cs typeface="Noto Sans CJK SC"/>
                </a:rPr>
                <a:t>GAN · VAE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461308" y="6115526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11111"/>
                  </a:solidFill>
                  <a:latin typeface="Noto Sans CJK SC"/>
                  <a:ea typeface="Microsoft YaHei"/>
                  <a:cs typeface="Noto Sans CJK SC"/>
                </a:rPr>
                <a:t>基础大模型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477500" y="6515100"/>
              <a:ext cx="18883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Noto Sans CJK SC"/>
                  <a:ea typeface="Microsoft YaHei"/>
                  <a:cs typeface="Noto Sans CJK SC"/>
                </a:rPr>
                <a:t>Transformer · LLM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2724581" y="6541294"/>
              <a:ext cx="234478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11111"/>
                  </a:solidFill>
                  <a:latin typeface="Noto Sans CJK SC"/>
                  <a:ea typeface="Microsoft YaHei"/>
                  <a:cs typeface="Noto Sans CJK SC"/>
                </a:rPr>
                <a:t>多模态与Agent应用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2710231" y="6866096"/>
              <a:ext cx="237348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172033"/>
                  </a:solidFill>
                  <a:latin typeface="Noto Sans CJK SC"/>
                  <a:ea typeface="Microsoft YaHei"/>
                  <a:cs typeface="Noto Sans CJK SC"/>
                </a:rPr>
                <a:t>文生文 · 文生图 · 智能助手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18222" y="8159591"/>
              <a:ext cx="136121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阶段特征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3826192" y="8205311"/>
              <a:ext cx="234410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23F88"/>
                  </a:solidFill>
                  <a:latin typeface="Noto Sans CJK SC"/>
                  <a:ea typeface="Microsoft YaHei"/>
                  <a:cs typeface="Noto Sans CJK SC"/>
                </a:rPr>
                <a:t>从规则驱动到数据驱动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569518" y="8205311"/>
              <a:ext cx="303418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23F88"/>
                  </a:solidFill>
                  <a:latin typeface="Noto Sans CJK SC"/>
                  <a:ea typeface="Microsoft YaHei"/>
                  <a:cs typeface="Noto Sans CJK SC"/>
                </a:rPr>
                <a:t>从单任务模型到通用基础模型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2074842" y="8205311"/>
              <a:ext cx="257413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23F88"/>
                  </a:solidFill>
                  <a:latin typeface="Noto Sans CJK SC"/>
                  <a:ea typeface="Microsoft YaHei"/>
                  <a:cs typeface="Noto Sans CJK SC"/>
                </a:rPr>
                <a:t>从技术探索走向产业落地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