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333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f09e5d149b00164.png"/>
  <Relationship Id="rId3" Type="http://schemas.openxmlformats.org/officeDocument/2006/relationships/image" Target="../media/image_c0835fe11ef963ce.png"/>
  <Relationship Id="rId4" Type="http://schemas.openxmlformats.org/officeDocument/2006/relationships/image" Target="../media/image_27f1d9ffde9367b9.png"/>
  <Relationship Id="rId5" Type="http://schemas.openxmlformats.org/officeDocument/2006/relationships/image" Target="../media/image_f9b464137b33c28d.png"/>
  <Relationship Id="rId6" Type="http://schemas.openxmlformats.org/officeDocument/2006/relationships/image" Target="../media/image_2f512fbb39f3127f.png"/>
  <Relationship Id="rId7" Type="http://schemas.openxmlformats.org/officeDocument/2006/relationships/image" Target="../media/image_771d8521786c7ce7.png"/>
  <Relationship Id="rId8" Type="http://schemas.openxmlformats.org/officeDocument/2006/relationships/image" Target="../media/image_69cb37e3a29d9eee.png"/>
  <Relationship Id="rId9" Type="http://schemas.openxmlformats.org/officeDocument/2006/relationships/image" Target="../media/image_45f9bc386e346d5a.png"/>
  <Relationship Id="rId10" Type="http://schemas.openxmlformats.org/officeDocument/2006/relationships/image" Target="../media/image_c127cc17d86846ef.png"/>
  <Relationship Id="rId11" Type="http://schemas.openxmlformats.org/officeDocument/2006/relationships/image" Target="../media/image_8b5ef1fa7f9fb7f5.png"/>
  <Relationship Id="rId12" Type="http://schemas.openxmlformats.org/officeDocument/2006/relationships/image" Target="../media/image_47c62cfe03e1ae2b.png"/>
  <Relationship Id="rId13" Type="http://schemas.openxmlformats.org/officeDocument/2006/relationships/image" Target="../media/image_3da4fa7d71443efb.png"/>
  <Relationship Id="rId14" Type="http://schemas.openxmlformats.org/officeDocument/2006/relationships/image" Target="../media/image_4139b3d4aaecc7cc.png"/>
  <Relationship Id="rId15" Type="http://schemas.openxmlformats.org/officeDocument/2006/relationships/image" Target="../media/image_fbe18bc78d96418c.png"/>
  <Relationship Id="rId16" Type="http://schemas.openxmlformats.org/officeDocument/2006/relationships/image" Target="../media/image_5bb63aa53512c69f.png"/>
  <Relationship Id="rId17" Type="http://schemas.openxmlformats.org/officeDocument/2006/relationships/image" Target="../media/image_2bb01e54210d2619.png"/>
  <Relationship Id="rId18" Type="http://schemas.openxmlformats.org/officeDocument/2006/relationships/image" Target="../media/image_02a1c13417573678.png"/>
  <Relationship Id="rId19" Type="http://schemas.openxmlformats.org/officeDocument/2006/relationships/image" Target="../media/image_9cd8d48cfc24ee18.png"/>
  <Relationship Id="rId20" Type="http://schemas.openxmlformats.org/officeDocument/2006/relationships/image" Target="../media/image_958e613bede42a98.png"/>
  <Relationship Id="rId21" Type="http://schemas.openxmlformats.org/officeDocument/2006/relationships/image" Target="../media/image_1bb7a6069810ea3a.png"/>
  <Relationship Id="rId22" Type="http://schemas.openxmlformats.org/officeDocument/2006/relationships/image" Target="../media/image_82bdb057d1fe0f9d.png"/>
  <Relationship Id="rId23" Type="http://schemas.openxmlformats.org/officeDocument/2006/relationships/image" Target="../media/image_0054fe23123b76d9.png"/>
  <Relationship Id="rId24" Type="http://schemas.openxmlformats.org/officeDocument/2006/relationships/image" Target="../media/image_4dde386aef3b474b.png"/>
  <Relationship Id="rId25" Type="http://schemas.openxmlformats.org/officeDocument/2006/relationships/image" Target="../media/image_24e39666e66ca042.png"/>
  <Relationship Id="rId26" Type="http://schemas.openxmlformats.org/officeDocument/2006/relationships/image" Target="../media/image_da8321311dc7548f.png"/>
  <Relationship Id="rId27" Type="http://schemas.openxmlformats.org/officeDocument/2006/relationships/image" Target="../media/image_85f3d7e09b311e11.png"/>
  <Relationship Id="rId28" Type="http://schemas.openxmlformats.org/officeDocument/2006/relationships/image" Target="../media/image_5488a92e10a7c810.png"/>
  <Relationship Id="rId29" Type="http://schemas.openxmlformats.org/officeDocument/2006/relationships/image" Target="../media/image_18540514ca3d48f1.png"/>
  <Relationship Id="rId30" Type="http://schemas.openxmlformats.org/officeDocument/2006/relationships/image" Target="../media/image_dd051f26dba57ad5.png"/>
  <Relationship Id="rId31" Type="http://schemas.openxmlformats.org/officeDocument/2006/relationships/image" Target="../media/image_a070aeba4a0c4f36.png"/>
  <Relationship Id="rId32" Type="http://schemas.openxmlformats.org/officeDocument/2006/relationships/image" Target="../media/image_aecb7c08906d1d48.png"/>
  <Relationship Id="rId33" Type="http://schemas.openxmlformats.org/officeDocument/2006/relationships/image" Target="../media/image_85ba05d0dd8c0540.png"/>
  <Relationship Id="rId34" Type="http://schemas.openxmlformats.org/officeDocument/2006/relationships/image" Target="../media/image_4b2672f010a40ce5.png"/>
  <Relationship Id="rId35" Type="http://schemas.openxmlformats.org/officeDocument/2006/relationships/image" Target="../media/image_1db73cd0a5093244.png"/>
  <Relationship Id="rId36" Type="http://schemas.openxmlformats.org/officeDocument/2006/relationships/image" Target="../media/image_cf287ab9925583da.png"/>
  <Relationship Id="rId37" Type="http://schemas.openxmlformats.org/officeDocument/2006/relationships/image" Target="../media/image_266bb1e4c5ae179d.png"/>
  <Relationship Id="rId38" Type="http://schemas.openxmlformats.org/officeDocument/2006/relationships/image" Target="../media/image_c0dde7579fdaf4cb.png"/>
  <Relationship Id="rId39" Type="http://schemas.openxmlformats.org/officeDocument/2006/relationships/image" Target="../media/image_44d9874571d1df7d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3335000"/>
          </a:xfrm>
          <a:prstGeom prst="rect">
            <a:avLst/>
          </a:prstGeom>
          <a:solidFill>
            <a:srgbClr val="071B23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33350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2683865"/>
            <a:ext cx="3238500" cy="1204520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92450" y="698183"/>
            <a:ext cx="628650" cy="622935"/>
          </a:xfrm>
          <a:prstGeom prst="rect">
            <a:avLst/>
          </a:prstGeom>
        </p:spPr>
      </p:pic>
      <p:pic>
        <p:nvPicPr>
          <p:cNvPr id="6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40150" y="824285"/>
            <a:ext cx="1171575" cy="408831"/>
          </a:xfrm>
          <a:prstGeom prst="rect">
            <a:avLst/>
          </a:prstGeom>
        </p:spPr>
      </p:pic>
      <p:pic>
        <p:nvPicPr>
          <p:cNvPr id="7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7516" y="2857500"/>
            <a:ext cx="892969" cy="1190625"/>
          </a:xfrm>
          <a:prstGeom prst="rect">
            <a:avLst/>
          </a:prstGeom>
        </p:spPr>
      </p:pic>
      <p:pic>
        <p:nvPicPr>
          <p:cNvPr id="8" name="Imag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3039" y="2857500"/>
            <a:ext cx="894773" cy="1190625"/>
          </a:xfrm>
          <a:prstGeom prst="rect">
            <a:avLst/>
          </a:prstGeom>
        </p:spPr>
      </p:pic>
      <p:pic>
        <p:nvPicPr>
          <p:cNvPr id="9" name="Imag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9464" y="2857500"/>
            <a:ext cx="894773" cy="1190625"/>
          </a:xfrm>
          <a:prstGeom prst="rect">
            <a:avLst/>
          </a:prstGeom>
        </p:spPr>
      </p:pic>
      <p:pic>
        <p:nvPicPr>
          <p:cNvPr id="10" name="Imag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63919" y="2857500"/>
            <a:ext cx="875862" cy="1190625"/>
          </a:xfrm>
          <a:prstGeom prst="rect">
            <a:avLst/>
          </a:prstGeom>
        </p:spPr>
      </p:pic>
      <p:pic>
        <p:nvPicPr>
          <p:cNvPr id="11" name="Imag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25352" y="2857500"/>
            <a:ext cx="1048696" cy="1190625"/>
          </a:xfrm>
          <a:prstGeom prst="rect">
            <a:avLst/>
          </a:prstGeom>
        </p:spPr>
      </p:pic>
      <p:pic>
        <p:nvPicPr>
          <p:cNvPr id="12" name="Imag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9869" y="4838700"/>
            <a:ext cx="938762" cy="1190625"/>
          </a:xfrm>
          <a:prstGeom prst="rect">
            <a:avLst/>
          </a:prstGeom>
        </p:spPr>
      </p:pic>
      <p:pic>
        <p:nvPicPr>
          <p:cNvPr id="13" name="Imag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35819" y="4838700"/>
            <a:ext cx="938762" cy="1190625"/>
          </a:xfrm>
          <a:prstGeom prst="rect">
            <a:avLst/>
          </a:prstGeom>
        </p:spPr>
      </p:pic>
      <p:pic>
        <p:nvPicPr>
          <p:cNvPr id="14" name="Imag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70976" y="4838700"/>
            <a:ext cx="878449" cy="1190625"/>
          </a:xfrm>
          <a:prstGeom prst="rect">
            <a:avLst/>
          </a:prstGeom>
        </p:spPr>
      </p:pic>
      <p:pic>
        <p:nvPicPr>
          <p:cNvPr id="15" name="Imag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21091" y="4838700"/>
            <a:ext cx="892969" cy="1190625"/>
          </a:xfrm>
          <a:prstGeom prst="rect">
            <a:avLst/>
          </a:prstGeom>
        </p:spPr>
      </p:pic>
      <p:pic>
        <p:nvPicPr>
          <p:cNvPr id="16" name="Imag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2350" y="4838700"/>
            <a:ext cx="925199" cy="1190625"/>
          </a:xfrm>
          <a:prstGeom prst="rect">
            <a:avLst/>
          </a:prstGeom>
        </p:spPr>
      </p:pic>
      <p:pic>
        <p:nvPicPr>
          <p:cNvPr id="17" name="Imag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89780" y="4838700"/>
            <a:ext cx="880341" cy="1190625"/>
          </a:xfrm>
          <a:prstGeom prst="rect">
            <a:avLst/>
          </a:prstGeom>
        </p:spPr>
      </p:pic>
      <p:pic>
        <p:nvPicPr>
          <p:cNvPr id="18" name="Imag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442046" y="4838700"/>
            <a:ext cx="909608" cy="1190625"/>
          </a:xfrm>
          <a:prstGeom prst="rect">
            <a:avLst/>
          </a:prstGeom>
        </p:spPr>
      </p:pic>
      <p:pic>
        <p:nvPicPr>
          <p:cNvPr id="19" name="Imag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251298" y="4838700"/>
            <a:ext cx="1101104" cy="1190625"/>
          </a:xfrm>
          <a:prstGeom prst="rect">
            <a:avLst/>
          </a:prstGeom>
        </p:spPr>
      </p:pic>
      <p:pic>
        <p:nvPicPr>
          <p:cNvPr id="20" name="Imag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162992" y="4838700"/>
            <a:ext cx="973416" cy="1190625"/>
          </a:xfrm>
          <a:prstGeom prst="rect">
            <a:avLst/>
          </a:prstGeom>
        </p:spPr>
      </p:pic>
      <p:pic>
        <p:nvPicPr>
          <p:cNvPr id="21" name="Imag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77331" y="6934200"/>
            <a:ext cx="883838" cy="1190625"/>
          </a:xfrm>
          <a:prstGeom prst="rect">
            <a:avLst/>
          </a:prstGeom>
        </p:spPr>
      </p:pic>
      <p:pic>
        <p:nvPicPr>
          <p:cNvPr id="22" name="Imag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57791" y="6934200"/>
            <a:ext cx="894818" cy="1190625"/>
          </a:xfrm>
          <a:prstGeom prst="rect">
            <a:avLst/>
          </a:prstGeom>
        </p:spPr>
      </p:pic>
      <p:pic>
        <p:nvPicPr>
          <p:cNvPr id="23" name="Image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64876" y="6934200"/>
            <a:ext cx="1090649" cy="1190625"/>
          </a:xfrm>
          <a:prstGeom prst="rect">
            <a:avLst/>
          </a:prstGeom>
        </p:spPr>
      </p:pic>
      <p:pic>
        <p:nvPicPr>
          <p:cNvPr id="24" name="Image 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16469" y="6934200"/>
            <a:ext cx="902213" cy="1190625"/>
          </a:xfrm>
          <a:prstGeom prst="rect">
            <a:avLst/>
          </a:prstGeom>
        </p:spPr>
      </p:pic>
      <p:pic>
        <p:nvPicPr>
          <p:cNvPr id="25" name="Image 2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80303" y="6934200"/>
            <a:ext cx="889294" cy="1190625"/>
          </a:xfrm>
          <a:prstGeom prst="rect">
            <a:avLst/>
          </a:prstGeom>
        </p:spPr>
      </p:pic>
      <p:pic>
        <p:nvPicPr>
          <p:cNvPr id="26" name="Image 2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85303" y="6934200"/>
            <a:ext cx="889294" cy="1190625"/>
          </a:xfrm>
          <a:prstGeom prst="rect">
            <a:avLst/>
          </a:prstGeom>
        </p:spPr>
      </p:pic>
      <p:pic>
        <p:nvPicPr>
          <p:cNvPr id="27" name="Image 2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451279" y="6934200"/>
            <a:ext cx="891143" cy="1190625"/>
          </a:xfrm>
          <a:prstGeom prst="rect">
            <a:avLst/>
          </a:prstGeom>
        </p:spPr>
      </p:pic>
      <p:pic>
        <p:nvPicPr>
          <p:cNvPr id="28" name="Image 2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359931" y="6934200"/>
            <a:ext cx="883838" cy="1190625"/>
          </a:xfrm>
          <a:prstGeom prst="rect">
            <a:avLst/>
          </a:prstGeom>
        </p:spPr>
      </p:pic>
      <p:pic>
        <p:nvPicPr>
          <p:cNvPr id="29" name="Image 2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6166258" y="6934200"/>
            <a:ext cx="966883" cy="1190625"/>
          </a:xfrm>
          <a:prstGeom prst="rect">
            <a:avLst/>
          </a:prstGeom>
        </p:spPr>
      </p:pic>
      <p:pic>
        <p:nvPicPr>
          <p:cNvPr id="30" name="Image 3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88288" y="9105900"/>
            <a:ext cx="861925" cy="1190625"/>
          </a:xfrm>
          <a:prstGeom prst="rect">
            <a:avLst/>
          </a:prstGeom>
        </p:spPr>
      </p:pic>
      <p:pic>
        <p:nvPicPr>
          <p:cNvPr id="31" name="Image 3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064228" y="9105900"/>
            <a:ext cx="881944" cy="1190625"/>
          </a:xfrm>
          <a:prstGeom prst="rect">
            <a:avLst/>
          </a:prstGeom>
        </p:spPr>
      </p:pic>
      <p:pic>
        <p:nvPicPr>
          <p:cNvPr id="32" name="Image 3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970030" y="9105900"/>
            <a:ext cx="880341" cy="1190625"/>
          </a:xfrm>
          <a:prstGeom prst="rect">
            <a:avLst/>
          </a:prstGeom>
        </p:spPr>
      </p:pic>
      <p:pic>
        <p:nvPicPr>
          <p:cNvPr id="33" name="Image 3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819380" y="9105900"/>
            <a:ext cx="896390" cy="1190625"/>
          </a:xfrm>
          <a:prstGeom prst="rect">
            <a:avLst/>
          </a:prstGeom>
        </p:spPr>
      </p:pic>
      <p:pic>
        <p:nvPicPr>
          <p:cNvPr id="34" name="Image 3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687019" y="9105900"/>
            <a:ext cx="875862" cy="1190625"/>
          </a:xfrm>
          <a:prstGeom prst="rect">
            <a:avLst/>
          </a:prstGeom>
        </p:spPr>
      </p:pic>
      <p:pic>
        <p:nvPicPr>
          <p:cNvPr id="35" name="Image 3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589780" y="9105900"/>
            <a:ext cx="880341" cy="1190625"/>
          </a:xfrm>
          <a:prstGeom prst="rect">
            <a:avLst/>
          </a:prstGeom>
        </p:spPr>
      </p:pic>
      <p:pic>
        <p:nvPicPr>
          <p:cNvPr id="36" name="Image 3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2457626" y="9105900"/>
            <a:ext cx="878449" cy="1190625"/>
          </a:xfrm>
          <a:prstGeom prst="rect">
            <a:avLst/>
          </a:prstGeom>
        </p:spPr>
      </p:pic>
      <p:pic>
        <p:nvPicPr>
          <p:cNvPr id="37" name="Image 37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357203" y="9105900"/>
            <a:ext cx="889294" cy="1190625"/>
          </a:xfrm>
          <a:prstGeom prst="rect">
            <a:avLst/>
          </a:prstGeom>
        </p:spPr>
      </p:pic>
      <p:pic>
        <p:nvPicPr>
          <p:cNvPr id="38" name="Image 3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6178897" y="9105900"/>
            <a:ext cx="941605" cy="1190625"/>
          </a:xfrm>
          <a:prstGeom prst="rect">
            <a:avLst/>
          </a:prstGeom>
        </p:spPr>
      </p:pic>
      <p:pic>
        <p:nvPicPr>
          <p:cNvPr id="39" name="Image 3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66374" y="11315700"/>
            <a:ext cx="905752" cy="1190625"/>
          </a:xfrm>
          <a:prstGeom prst="rect">
            <a:avLst/>
          </a:prstGeom>
        </p:spPr>
      </p:pic>
      <p:pic>
        <p:nvPicPr>
          <p:cNvPr id="40" name="Image 4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059629" y="11315700"/>
            <a:ext cx="891143" cy="1190625"/>
          </a:xfrm>
          <a:prstGeom prst="rect">
            <a:avLst/>
          </a:prstGeom>
        </p:spPr>
      </p:pic>
      <p:sp>
        <p:nvSpPr>
          <p:cNvPr id="41" name="Rectangle 41"/>
          <p:cNvSpPr/>
          <p:nvPr/>
        </p:nvSpPr>
        <p:spPr>
          <a:xfrm>
            <a:off x="885825" y="2447925"/>
            <a:ext cx="3524250" cy="428625"/>
          </a:xfrm>
          <a:prstGeom prst="rect">
            <a:avLst/>
          </a:prstGeom>
          <a:solidFill>
            <a:srgbClr val="F31D2F"/>
          </a:solidFill>
          <a:ln>
            <a:noFill/>
          </a:ln>
        </p:spPr>
      </p:sp>
      <p:sp>
        <p:nvSpPr>
          <p:cNvPr id="42" name="Line 42"/>
          <p:cNvSpPr/>
          <p:nvPr/>
        </p:nvSpPr>
        <p:spPr>
          <a:xfrm>
            <a:off x="9829800" y="3495675"/>
            <a:ext cx="504825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43" name="Line 43"/>
          <p:cNvSpPr/>
          <p:nvPr/>
        </p:nvSpPr>
        <p:spPr>
          <a:xfrm>
            <a:off x="11706225" y="3495675"/>
            <a:ext cx="504825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44" name="Line 44"/>
          <p:cNvSpPr/>
          <p:nvPr/>
        </p:nvSpPr>
        <p:spPr>
          <a:xfrm>
            <a:off x="13582650" y="3495675"/>
            <a:ext cx="53340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45" name="Line 45"/>
          <p:cNvSpPr/>
          <p:nvPr/>
        </p:nvSpPr>
        <p:spPr>
          <a:xfrm>
            <a:off x="15487650" y="3495675"/>
            <a:ext cx="47625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46" name="Line 46"/>
          <p:cNvSpPr/>
          <p:nvPr/>
        </p:nvSpPr>
        <p:spPr>
          <a:xfrm>
            <a:off x="6762750" y="3495675"/>
            <a:ext cx="169545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47" name="Freeform 47"/>
          <p:cNvSpPr/>
          <p:nvPr/>
        </p:nvSpPr>
        <p:spPr>
          <a:xfrm>
            <a:off x="16840200" y="3495675"/>
            <a:ext cx="1181100" cy="1762125"/>
          </a:xfrm>
          <a:custGeom>
            <a:avLst/>
            <a:gdLst/>
            <a:ahLst/>
            <a:cxnLst/>
            <a:rect l="l" t="t" r="r" b="b"/>
            <a:pathLst>
              <a:path w="1181100" h="1762125">
                <a:moveTo>
                  <a:pt x="419100" y="0"/>
                </a:moveTo>
                <a:cubicBezTo>
                  <a:pt x="1104900" y="295275"/>
                  <a:pt x="1181100" y="1123950"/>
                  <a:pt x="0" y="1762125"/>
                </a:cubicBezTo>
              </a:path>
            </a:pathLst>
          </a:cu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48" name="Line 48"/>
          <p:cNvSpPr/>
          <p:nvPr/>
        </p:nvSpPr>
        <p:spPr>
          <a:xfrm flipH="1">
            <a:off x="2305050" y="5438775"/>
            <a:ext cx="51435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49" name="Line 49"/>
          <p:cNvSpPr/>
          <p:nvPr/>
        </p:nvSpPr>
        <p:spPr>
          <a:xfrm flipH="1">
            <a:off x="4191000" y="5438775"/>
            <a:ext cx="53340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50" name="Line 50"/>
          <p:cNvSpPr/>
          <p:nvPr/>
        </p:nvSpPr>
        <p:spPr>
          <a:xfrm flipH="1">
            <a:off x="6096000" y="5438775"/>
            <a:ext cx="485775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51" name="Line 51"/>
          <p:cNvSpPr/>
          <p:nvPr/>
        </p:nvSpPr>
        <p:spPr>
          <a:xfrm flipH="1">
            <a:off x="7953375" y="5438775"/>
            <a:ext cx="485775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52" name="Line 52"/>
          <p:cNvSpPr/>
          <p:nvPr/>
        </p:nvSpPr>
        <p:spPr>
          <a:xfrm flipH="1">
            <a:off x="9810750" y="5438775"/>
            <a:ext cx="53340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53" name="Line 53"/>
          <p:cNvSpPr/>
          <p:nvPr/>
        </p:nvSpPr>
        <p:spPr>
          <a:xfrm flipH="1">
            <a:off x="11715750" y="5438775"/>
            <a:ext cx="49530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54" name="Line 54"/>
          <p:cNvSpPr/>
          <p:nvPr/>
        </p:nvSpPr>
        <p:spPr>
          <a:xfrm flipH="1">
            <a:off x="13582650" y="5438775"/>
            <a:ext cx="53340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55" name="Line 55"/>
          <p:cNvSpPr/>
          <p:nvPr/>
        </p:nvSpPr>
        <p:spPr>
          <a:xfrm flipH="1">
            <a:off x="15487650" y="5438775"/>
            <a:ext cx="47625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56" name="Freeform 56"/>
          <p:cNvSpPr/>
          <p:nvPr/>
        </p:nvSpPr>
        <p:spPr>
          <a:xfrm>
            <a:off x="228600" y="5438775"/>
            <a:ext cx="771525" cy="2076450"/>
          </a:xfrm>
          <a:custGeom>
            <a:avLst/>
            <a:gdLst/>
            <a:ahLst/>
            <a:cxnLst/>
            <a:rect l="l" t="t" r="r" b="b"/>
            <a:pathLst>
              <a:path w="771525" h="2076450">
                <a:moveTo>
                  <a:pt x="723900" y="0"/>
                </a:moveTo>
                <a:cubicBezTo>
                  <a:pt x="0" y="371475"/>
                  <a:pt x="0" y="1457325"/>
                  <a:pt x="771525" y="2076450"/>
                </a:cubicBezTo>
              </a:path>
            </a:pathLst>
          </a:cu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57" name="Line 57"/>
          <p:cNvSpPr/>
          <p:nvPr/>
        </p:nvSpPr>
        <p:spPr>
          <a:xfrm>
            <a:off x="2305050" y="7620000"/>
            <a:ext cx="51435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58" name="Line 58"/>
          <p:cNvSpPr/>
          <p:nvPr/>
        </p:nvSpPr>
        <p:spPr>
          <a:xfrm>
            <a:off x="4191000" y="7620000"/>
            <a:ext cx="53340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59" name="Line 59"/>
          <p:cNvSpPr/>
          <p:nvPr/>
        </p:nvSpPr>
        <p:spPr>
          <a:xfrm>
            <a:off x="6096000" y="7620000"/>
            <a:ext cx="485775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60" name="Line 60"/>
          <p:cNvSpPr/>
          <p:nvPr/>
        </p:nvSpPr>
        <p:spPr>
          <a:xfrm>
            <a:off x="7953375" y="7620000"/>
            <a:ext cx="485775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61" name="Line 61"/>
          <p:cNvSpPr/>
          <p:nvPr/>
        </p:nvSpPr>
        <p:spPr>
          <a:xfrm>
            <a:off x="9810750" y="7620000"/>
            <a:ext cx="53340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62" name="Line 62"/>
          <p:cNvSpPr/>
          <p:nvPr/>
        </p:nvSpPr>
        <p:spPr>
          <a:xfrm>
            <a:off x="11715750" y="7620000"/>
            <a:ext cx="49530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63" name="Line 63"/>
          <p:cNvSpPr/>
          <p:nvPr/>
        </p:nvSpPr>
        <p:spPr>
          <a:xfrm>
            <a:off x="13582650" y="7620000"/>
            <a:ext cx="53340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64" name="Line 64"/>
          <p:cNvSpPr/>
          <p:nvPr/>
        </p:nvSpPr>
        <p:spPr>
          <a:xfrm>
            <a:off x="15487650" y="7620000"/>
            <a:ext cx="47625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65" name="Freeform 65"/>
          <p:cNvSpPr/>
          <p:nvPr/>
        </p:nvSpPr>
        <p:spPr>
          <a:xfrm>
            <a:off x="17259300" y="7620000"/>
            <a:ext cx="704850" cy="2047875"/>
          </a:xfrm>
          <a:custGeom>
            <a:avLst/>
            <a:gdLst/>
            <a:ahLst/>
            <a:cxnLst/>
            <a:rect l="l" t="t" r="r" b="b"/>
            <a:pathLst>
              <a:path w="704850" h="2047875">
                <a:moveTo>
                  <a:pt x="76200" y="0"/>
                </a:moveTo>
                <a:cubicBezTo>
                  <a:pt x="704850" y="400050"/>
                  <a:pt x="666750" y="1333500"/>
                  <a:pt x="0" y="2047875"/>
                </a:cubicBezTo>
              </a:path>
            </a:pathLst>
          </a:cu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66" name="Line 66"/>
          <p:cNvSpPr/>
          <p:nvPr/>
        </p:nvSpPr>
        <p:spPr>
          <a:xfrm flipH="1">
            <a:off x="2305050" y="9801225"/>
            <a:ext cx="51435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67" name="Line 67"/>
          <p:cNvSpPr/>
          <p:nvPr/>
        </p:nvSpPr>
        <p:spPr>
          <a:xfrm flipH="1">
            <a:off x="4191000" y="9801225"/>
            <a:ext cx="53340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68" name="Line 68"/>
          <p:cNvSpPr/>
          <p:nvPr/>
        </p:nvSpPr>
        <p:spPr>
          <a:xfrm flipH="1">
            <a:off x="6096000" y="9801225"/>
            <a:ext cx="485775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69" name="Line 69"/>
          <p:cNvSpPr/>
          <p:nvPr/>
        </p:nvSpPr>
        <p:spPr>
          <a:xfrm flipH="1">
            <a:off x="7953375" y="9801225"/>
            <a:ext cx="485775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70" name="Line 70"/>
          <p:cNvSpPr/>
          <p:nvPr/>
        </p:nvSpPr>
        <p:spPr>
          <a:xfrm flipH="1">
            <a:off x="9810750" y="9801225"/>
            <a:ext cx="53340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71" name="Line 71"/>
          <p:cNvSpPr/>
          <p:nvPr/>
        </p:nvSpPr>
        <p:spPr>
          <a:xfrm flipH="1">
            <a:off x="11715750" y="9801225"/>
            <a:ext cx="49530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72" name="Line 72"/>
          <p:cNvSpPr/>
          <p:nvPr/>
        </p:nvSpPr>
        <p:spPr>
          <a:xfrm flipH="1">
            <a:off x="13582650" y="9801225"/>
            <a:ext cx="53340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73" name="Line 73"/>
          <p:cNvSpPr/>
          <p:nvPr/>
        </p:nvSpPr>
        <p:spPr>
          <a:xfrm flipH="1">
            <a:off x="15487650" y="9801225"/>
            <a:ext cx="476250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74" name="Freeform 74"/>
          <p:cNvSpPr/>
          <p:nvPr/>
        </p:nvSpPr>
        <p:spPr>
          <a:xfrm>
            <a:off x="190500" y="9801225"/>
            <a:ext cx="838200" cy="2066925"/>
          </a:xfrm>
          <a:custGeom>
            <a:avLst/>
            <a:gdLst/>
            <a:ahLst/>
            <a:cxnLst/>
            <a:rect l="l" t="t" r="r" b="b"/>
            <a:pathLst>
              <a:path w="838200" h="2066925">
                <a:moveTo>
                  <a:pt x="723900" y="0"/>
                </a:moveTo>
                <a:cubicBezTo>
                  <a:pt x="0" y="390525"/>
                  <a:pt x="38100" y="1247775"/>
                  <a:pt x="838200" y="2066925"/>
                </a:cubicBezTo>
              </a:path>
            </a:pathLst>
          </a:cu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75" name="Line 75"/>
          <p:cNvSpPr/>
          <p:nvPr/>
        </p:nvSpPr>
        <p:spPr>
          <a:xfrm>
            <a:off x="2238375" y="11868150"/>
            <a:ext cx="638175" cy="1"/>
          </a:xfrm>
          <a:prstGeom prst="line">
            <a:avLst/>
          </a:prstGeom>
          <a:noFill/>
          <a:ln w="20955">
            <a:solidFill>
              <a:srgbClr val="E8F1F1"/>
            </a:solidFill>
            <a:tailEnd type="triangle" w="lg" len="lg"/>
          </a:ln>
        </p:spPr>
      </p:sp>
      <p:sp>
        <p:nvSpPr>
          <p:cNvPr id="76" name="TextBox 76"/>
          <p:cNvSpPr txBox="1"/>
          <p:nvPr/>
        </p:nvSpPr>
        <p:spPr>
          <a:xfrm>
            <a:off x="15727442" y="1499235"/>
            <a:ext cx="19207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EUROPEAN SPACE AGENCY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64870" y="1617345"/>
            <a:ext cx="7744016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3F7F7"/>
                </a:solidFill>
                <a:latin typeface="Courier New"/>
                <a:ea typeface="Microsoft YaHei"/>
                <a:cs typeface="Courier New"/>
              </a:rPr>
              <a:t>INTERNATIONAL SPACE STATION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60120" y="2512695"/>
            <a:ext cx="402945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ESA astronauts' missions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399114" y="2616518"/>
            <a:ext cx="14897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Umberto Guidoni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878634" y="3991928"/>
            <a:ext cx="530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STS-100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644057" y="4238149"/>
            <a:ext cx="9998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April - May 2001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0266088" y="2616518"/>
            <a:ext cx="15086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Claudie Haigneré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646545" y="3991928"/>
            <a:ext cx="7477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Andromède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0598491" y="423814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October 2001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2170866" y="2616518"/>
            <a:ext cx="14519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Roberto Vittori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2519469" y="3991928"/>
            <a:ext cx="7547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Marco Polo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2380655" y="4238149"/>
            <a:ext cx="1032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April - May 2002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4123122" y="26165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Philippe Perrin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4571488" y="3991928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STS-111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4483929" y="4238149"/>
            <a:ext cx="635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June 2002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5956796" y="2616518"/>
            <a:ext cx="13858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Frank De Winne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6370332" y="3991928"/>
            <a:ext cx="5587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Odissea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5837718" y="4238149"/>
            <a:ext cx="16239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October - November 2002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926346" y="4597718"/>
            <a:ext cx="13858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Frank De Winne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378387" y="5963602"/>
            <a:ext cx="481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OasISS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50285" y="6219349"/>
            <a:ext cx="13379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May - December 2009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2755588" y="4597718"/>
            <a:ext cx="14992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Léopold Eyharts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239834" y="5963602"/>
            <a:ext cx="530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STS-122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777728" y="62193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February - March 2008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788179" y="4597718"/>
            <a:ext cx="12440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Hans Schlegel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144834" y="5963602"/>
            <a:ext cx="530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STS-122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949261" y="62193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February 2008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669182" y="4597718"/>
            <a:ext cx="11967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Paolo Nespoli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002208" y="5963602"/>
            <a:ext cx="530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Esperia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455593" y="6219349"/>
            <a:ext cx="16239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October - November 2007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243022" y="4597718"/>
            <a:ext cx="17638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Christer Fuglesang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8877086" y="596360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Celsius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651010" y="6219349"/>
            <a:ext cx="9478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December 2006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0365399" y="4597718"/>
            <a:ext cx="13291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Thomas Reiter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26079" y="5963602"/>
            <a:ext cx="6077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Astrolab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0354485" y="6219349"/>
            <a:ext cx="1350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July - December 2006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2170866" y="4597718"/>
            <a:ext cx="14519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Roberto Vittori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2669988" y="5963602"/>
            <a:ext cx="4537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Eneide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2575679" y="6219349"/>
            <a:ext cx="6423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April 2005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4156201" y="4597718"/>
            <a:ext cx="12912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André Kuipers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4595991" y="5963602"/>
            <a:ext cx="4117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DELTA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4480679" y="6219349"/>
            <a:ext cx="6423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April 2004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6084386" y="4597718"/>
            <a:ext cx="11306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Pedro Duque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6289822" y="5963602"/>
            <a:ext cx="7197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Cervantes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6211514" y="6219349"/>
            <a:ext cx="8763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October 2003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737322" y="6693218"/>
            <a:ext cx="17638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Christer Fuglesang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409890" y="8078152"/>
            <a:ext cx="418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Alissé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820269" y="8343424"/>
            <a:ext cx="15979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August - September 2009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2906807" y="6693218"/>
            <a:ext cx="11967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Paolo Nespoli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3148822" y="8078152"/>
            <a:ext cx="7127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MagISStra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2722471" y="8343424"/>
            <a:ext cx="1565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December 2010 - May 2011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684216" y="6693218"/>
            <a:ext cx="14519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Roberto Vittori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228844" y="8078152"/>
            <a:ext cx="3627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DAMA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147536" y="834342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May 2011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6621926" y="6693218"/>
            <a:ext cx="12912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André Kuipers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6949702" y="8078152"/>
            <a:ext cx="6357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PromISSe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6478345" y="8343424"/>
            <a:ext cx="15784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December 2011 - July 2012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8408418" y="6693218"/>
            <a:ext cx="14330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Luca Parmitano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8898088" y="8078152"/>
            <a:ext cx="4537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Volare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8472237" y="8343424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May - November 2013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0280338" y="6693218"/>
            <a:ext cx="14992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Alexander Gerst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0743581" y="8078152"/>
            <a:ext cx="5727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Blue Dot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10377237" y="8343424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May - November 2014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11788094" y="6693218"/>
            <a:ext cx="22175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Samantha Cristoforetti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12652486" y="8078152"/>
            <a:ext cx="4887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Futura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12075116" y="8343424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November 2014 - June 2015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13957727" y="6693218"/>
            <a:ext cx="16882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Andreas Mogensen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4630995" y="8078152"/>
            <a:ext cx="3417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Iriss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3824097" y="8343424"/>
            <a:ext cx="19555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September 2015 - October 2015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16193075" y="6693218"/>
            <a:ext cx="9132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Tim Peake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16342328" y="807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Principia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15827966" y="8343424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December 2015 - June 2016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964150" y="8836342"/>
            <a:ext cx="13101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Marcus Wandt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378387" y="10259378"/>
            <a:ext cx="481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Muninn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670750" y="10534174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January 2024 - February 2024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2661077" y="8836342"/>
            <a:ext cx="16882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Andreas Mogensen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3278338" y="10259378"/>
            <a:ext cx="4537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Huginn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2686717" y="10534174"/>
            <a:ext cx="16369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August 2023 - March 2024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4301444" y="8836342"/>
            <a:ext cx="22175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Samantha Cristoforetti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5130832" y="10259378"/>
            <a:ext cx="5587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Minerva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4588466" y="10534174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April 2022 - October 2022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6480159" y="8836342"/>
            <a:ext cx="15748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Matthias Maurer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6869192" y="10259378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Cosmic Kiss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6452342" y="10534174"/>
            <a:ext cx="16304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November 2021 - May 2022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8384790" y="8836342"/>
            <a:ext cx="14803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Thomas Pesquet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8936593" y="10259378"/>
            <a:ext cx="3767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Alpha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8446234" y="10534174"/>
            <a:ext cx="1357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April - November 2021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10313418" y="8836342"/>
            <a:ext cx="14330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Luca Parmitano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10785586" y="10259378"/>
            <a:ext cx="4887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Beyond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10221218" y="10534174"/>
            <a:ext cx="16174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July 2019 - February 2020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12147238" y="8836342"/>
            <a:ext cx="14992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Alexander Gerst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12592979" y="10259378"/>
            <a:ext cx="6077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Horizons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12221385" y="10534174"/>
            <a:ext cx="1350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June - December 2018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14203457" y="8836342"/>
            <a:ext cx="11967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Paolo Nespoli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14651998" y="10259378"/>
            <a:ext cx="2997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Vita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14142637" y="10534174"/>
            <a:ext cx="1318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July - December 2017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15909540" y="8836342"/>
            <a:ext cx="14803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Thomas Pesquet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16370332" y="10259378"/>
            <a:ext cx="5587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Proxima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15850719" y="10534174"/>
            <a:ext cx="15979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November 2016 - May 2017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1219332" y="10808018"/>
            <a:ext cx="7998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Sławosz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671164" y="11022330"/>
            <a:ext cx="18961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Uznański-Wiśniewski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1448395" y="12516802"/>
            <a:ext cx="3417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Ignis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1138809" y="12772549"/>
            <a:ext cx="960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June-July 2025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2859551" y="10808018"/>
            <a:ext cx="12912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Sophie Adenot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3257336" y="1251680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εpsilon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2709470" y="12772549"/>
            <a:ext cx="15914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3F7F7"/>
                </a:solidFill>
                <a:latin typeface="Segoe UI"/>
                <a:ea typeface="Microsoft YaHei"/>
                <a:cs typeface="Segoe UI"/>
              </a:rPr>
              <a:t>February-November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