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png" ContentType="image/png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40376475" cy="2666047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60a78c8345963425.png"/>
  <Relationship Id="rId3" Type="http://schemas.openxmlformats.org/officeDocument/2006/relationships/image" Target="../media/image_2fac79bfc1683a33.png"/>
  <Relationship Id="rId4" Type="http://schemas.openxmlformats.org/officeDocument/2006/relationships/image" Target="../media/image_bdd07cc489983eb2.png"/>
  <Relationship Id="rId5" Type="http://schemas.openxmlformats.org/officeDocument/2006/relationships/image" Target="../media/image_48d31f2f25eb37c8.png"/>
  <Relationship Id="rId6" Type="http://schemas.openxmlformats.org/officeDocument/2006/relationships/image" Target="../media/image_7af5981f92803167.png"/>
  <Relationship Id="rId7" Type="http://schemas.openxmlformats.org/officeDocument/2006/relationships/image" Target="../media/image_c7f16b91f1436583.png"/>
  <Relationship Id="rId8" Type="http://schemas.openxmlformats.org/officeDocument/2006/relationships/image" Target="../media/image_2fac79bfc1683a33.png"/>
  <Relationship Id="rId9" Type="http://schemas.openxmlformats.org/officeDocument/2006/relationships/image" Target="../media/image_bdd07cc489983eb2.png"/>
  <Relationship Id="rId10" Type="http://schemas.openxmlformats.org/officeDocument/2006/relationships/image" Target="../media/image_48d31f2f25eb37c8.png"/>
  <Relationship Id="rId11" Type="http://schemas.openxmlformats.org/officeDocument/2006/relationships/image" Target="../media/image_7af5981f92803167.png"/>
  <Relationship Id="rId12" Type="http://schemas.openxmlformats.org/officeDocument/2006/relationships/image" Target="../media/image_c7f16b91f1436583.png"/>
  <Relationship Id="rId13" Type="http://schemas.openxmlformats.org/officeDocument/2006/relationships/image" Target="../media/image_2fac79bfc1683a33.png"/>
  <Relationship Id="rId14" Type="http://schemas.openxmlformats.org/officeDocument/2006/relationships/image" Target="../media/image_bdd07cc489983eb2.png"/>
  <Relationship Id="rId15" Type="http://schemas.openxmlformats.org/officeDocument/2006/relationships/image" Target="../media/image_48d31f2f25eb37c8.png"/>
  <Relationship Id="rId16" Type="http://schemas.openxmlformats.org/officeDocument/2006/relationships/image" Target="../media/image_7af5981f92803167.png"/>
  <Relationship Id="rId17" Type="http://schemas.openxmlformats.org/officeDocument/2006/relationships/image" Target="../media/image_c7f16b91f1436583.png"/>
  <Relationship Id="rId18" Type="http://schemas.openxmlformats.org/officeDocument/2006/relationships/image" Target="../media/image_2fac79bfc1683a33.png"/>
  <Relationship Id="rId19" Type="http://schemas.openxmlformats.org/officeDocument/2006/relationships/image" Target="../media/image_bdd07cc489983eb2.png"/>
  <Relationship Id="rId20" Type="http://schemas.openxmlformats.org/officeDocument/2006/relationships/image" Target="../media/image_48d31f2f25eb37c8.png"/>
  <Relationship Id="rId21" Type="http://schemas.openxmlformats.org/officeDocument/2006/relationships/image" Target="../media/image_7af5981f92803167.png"/>
  <Relationship Id="rId22" Type="http://schemas.openxmlformats.org/officeDocument/2006/relationships/image" Target="../media/image_c7f16b91f1436583.png"/>
  <Relationship Id="rId23" Type="http://schemas.openxmlformats.org/officeDocument/2006/relationships/image" Target="../media/image_2fac79bfc1683a33.png"/>
  <Relationship Id="rId24" Type="http://schemas.openxmlformats.org/officeDocument/2006/relationships/image" Target="../media/image_bdd07cc489983eb2.png"/>
  <Relationship Id="rId25" Type="http://schemas.openxmlformats.org/officeDocument/2006/relationships/image" Target="../media/image_48d31f2f25eb37c8.png"/>
  <Relationship Id="rId26" Type="http://schemas.openxmlformats.org/officeDocument/2006/relationships/image" Target="../media/image_7af5981f92803167.png"/>
  <Relationship Id="rId27" Type="http://schemas.openxmlformats.org/officeDocument/2006/relationships/image" Target="../media/image_c7f16b91f1436583.png"/>
  <Relationship Id="rId28" Type="http://schemas.openxmlformats.org/officeDocument/2006/relationships/image" Target="../media/image_2fac79bfc1683a33.png"/>
  <Relationship Id="rId29" Type="http://schemas.openxmlformats.org/officeDocument/2006/relationships/image" Target="../media/image_bdd07cc489983eb2.png"/>
  <Relationship Id="rId30" Type="http://schemas.openxmlformats.org/officeDocument/2006/relationships/image" Target="../media/image_48d31f2f25eb37c8.png"/>
  <Relationship Id="rId31" Type="http://schemas.openxmlformats.org/officeDocument/2006/relationships/image" Target="../media/image_7af5981f92803167.png"/>
  <Relationship Id="rId32" Type="http://schemas.openxmlformats.org/officeDocument/2006/relationships/image" Target="../media/image_c7f16b91f1436583.png"/>
  <Relationship Id="rId33" Type="http://schemas.openxmlformats.org/officeDocument/2006/relationships/image" Target="../media/image_2fac79bfc1683a33.png"/>
  <Relationship Id="rId34" Type="http://schemas.openxmlformats.org/officeDocument/2006/relationships/image" Target="../media/image_bdd07cc489983eb2.png"/>
  <Relationship Id="rId35" Type="http://schemas.openxmlformats.org/officeDocument/2006/relationships/image" Target="../media/image_48d31f2f25eb37c8.png"/>
  <Relationship Id="rId36" Type="http://schemas.openxmlformats.org/officeDocument/2006/relationships/image" Target="../media/image_7af5981f92803167.png"/>
  <Relationship Id="rId37" Type="http://schemas.openxmlformats.org/officeDocument/2006/relationships/image" Target="../media/image_c7f16b91f1436583.png"/>
  <Relationship Id="rId38" Type="http://schemas.openxmlformats.org/officeDocument/2006/relationships/image" Target="../media/image_2fac79bfc1683a33.png"/>
  <Relationship Id="rId39" Type="http://schemas.openxmlformats.org/officeDocument/2006/relationships/image" Target="../media/image_bdd07cc489983eb2.png"/>
  <Relationship Id="rId40" Type="http://schemas.openxmlformats.org/officeDocument/2006/relationships/image" Target="../media/image_48d31f2f25eb37c8.png"/>
  <Relationship Id="rId41" Type="http://schemas.openxmlformats.org/officeDocument/2006/relationships/image" Target="../media/image_7af5981f92803167.png"/>
  <Relationship Id="rId42" Type="http://schemas.openxmlformats.org/officeDocument/2006/relationships/image" Target="../media/image_c7f16b91f1436583.png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40376475" cy="26660475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16" name="Group 16"/>
          <p:cNvGrpSpPr/>
          <p:nvPr/>
        </p:nvGrpSpPr>
        <p:grpSpPr>
          <a:xfrm>
            <a:off x="819150" y="4400550"/>
            <a:ext cx="36785550" cy="21440775"/>
            <a:chOff x="819150" y="4400550"/>
            <a:chExt cx="36785550" cy="21440775"/>
          </a:xfrm>
        </p:grpSpPr>
        <p:sp>
          <p:nvSpPr>
            <p:cNvPr id="3" name="Rectangle 3"/>
            <p:cNvSpPr/>
            <p:nvPr/>
          </p:nvSpPr>
          <p:spPr>
            <a:xfrm>
              <a:off x="819150" y="4400550"/>
              <a:ext cx="533400" cy="533400"/>
            </a:xfrm>
            <a:prstGeom prst="roundRect">
              <a:avLst>
                <a:gd name="adj" fmla="val 25000"/>
              </a:avLst>
            </a:prstGeom>
            <a:solidFill>
              <a:srgbClr val="1A8EFF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4676775" y="4400550"/>
              <a:ext cx="533400" cy="533400"/>
            </a:xfrm>
            <a:prstGeom prst="roundRect">
              <a:avLst>
                <a:gd name="adj" fmla="val 25000"/>
              </a:avLst>
            </a:prstGeom>
            <a:solidFill>
              <a:srgbClr val="36BC88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8258175" y="4400550"/>
              <a:ext cx="533400" cy="533400"/>
            </a:xfrm>
            <a:prstGeom prst="roundRect">
              <a:avLst>
                <a:gd name="adj" fmla="val 25000"/>
              </a:avLst>
            </a:prstGeom>
            <a:solidFill>
              <a:srgbClr val="C5CAD4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14630400" y="4400550"/>
              <a:ext cx="533400" cy="533400"/>
            </a:xfrm>
            <a:prstGeom prst="roundRect">
              <a:avLst>
                <a:gd name="adj" fmla="val 25000"/>
              </a:avLst>
            </a:prstGeom>
            <a:solidFill>
              <a:srgbClr val="E4E6E7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18021300" y="4400550"/>
              <a:ext cx="533400" cy="533400"/>
            </a:xfrm>
            <a:prstGeom prst="roundRect">
              <a:avLst>
                <a:gd name="adj" fmla="val 25000"/>
              </a:avLst>
            </a:prstGeom>
            <a:solidFill>
              <a:srgbClr val="D9DDE2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3438525" y="14935200"/>
              <a:ext cx="3238500" cy="790575"/>
            </a:xfrm>
            <a:prstGeom prst="roundRect">
              <a:avLst>
                <a:gd name="adj" fmla="val 49398"/>
              </a:avLst>
            </a:prstGeom>
            <a:solidFill>
              <a:srgbClr val="FFFFFF"/>
            </a:solidFill>
            <a:ln w="19050">
              <a:solidFill>
                <a:srgbClr val="CFCFCF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13030200" y="14935200"/>
              <a:ext cx="4229100" cy="790575"/>
            </a:xfrm>
            <a:prstGeom prst="roundRect">
              <a:avLst>
                <a:gd name="adj" fmla="val 49398"/>
              </a:avLst>
            </a:prstGeom>
            <a:solidFill>
              <a:srgbClr val="FFFFFF"/>
            </a:solidFill>
            <a:ln w="19050">
              <a:solidFill>
                <a:srgbClr val="CFCFCF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24193500" y="14935200"/>
              <a:ext cx="2047875" cy="790575"/>
            </a:xfrm>
            <a:prstGeom prst="roundRect">
              <a:avLst>
                <a:gd name="adj" fmla="val 49398"/>
              </a:avLst>
            </a:prstGeom>
            <a:solidFill>
              <a:srgbClr val="FFFFFF"/>
            </a:solidFill>
            <a:ln w="19050">
              <a:solidFill>
                <a:srgbClr val="CFCFCF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34270950" y="14935200"/>
              <a:ext cx="2047875" cy="790575"/>
            </a:xfrm>
            <a:prstGeom prst="roundRect">
              <a:avLst>
                <a:gd name="adj" fmla="val 49398"/>
              </a:avLst>
            </a:prstGeom>
            <a:solidFill>
              <a:srgbClr val="FFFFFF"/>
            </a:solidFill>
            <a:ln w="19050">
              <a:solidFill>
                <a:srgbClr val="CFCFCF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3543300" y="25050750"/>
              <a:ext cx="3038475" cy="790575"/>
            </a:xfrm>
            <a:prstGeom prst="roundRect">
              <a:avLst>
                <a:gd name="adj" fmla="val 49398"/>
              </a:avLst>
            </a:prstGeom>
            <a:solidFill>
              <a:srgbClr val="FFFFFF"/>
            </a:solidFill>
            <a:ln w="19050">
              <a:solidFill>
                <a:srgbClr val="CFCFCF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13925550" y="25050750"/>
              <a:ext cx="2447925" cy="790575"/>
            </a:xfrm>
            <a:prstGeom prst="roundRect">
              <a:avLst>
                <a:gd name="adj" fmla="val 49398"/>
              </a:avLst>
            </a:prstGeom>
            <a:solidFill>
              <a:srgbClr val="FFFFFF"/>
            </a:solidFill>
            <a:ln w="19050">
              <a:solidFill>
                <a:srgbClr val="CFCFCF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23488650" y="25050750"/>
              <a:ext cx="3438525" cy="790575"/>
            </a:xfrm>
            <a:prstGeom prst="roundRect">
              <a:avLst>
                <a:gd name="adj" fmla="val 49398"/>
              </a:avLst>
            </a:prstGeom>
            <a:solidFill>
              <a:srgbClr val="FFFFFF"/>
            </a:solidFill>
            <a:ln w="19050">
              <a:solidFill>
                <a:srgbClr val="CFCFCF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32975550" y="25050750"/>
              <a:ext cx="4629150" cy="790575"/>
            </a:xfrm>
            <a:prstGeom prst="roundRect">
              <a:avLst>
                <a:gd name="adj" fmla="val 49398"/>
              </a:avLst>
            </a:prstGeom>
            <a:solidFill>
              <a:srgbClr val="FFFFFF"/>
            </a:solidFill>
            <a:ln w="19050">
              <a:solidFill>
                <a:srgbClr val="CFCFCF"/>
              </a:solidFill>
            </a:ln>
          </p:spPr>
        </p:sp>
      </p:grpSp>
      <p:grpSp>
        <p:nvGrpSpPr>
          <p:cNvPr id="97" name="Group 97"/>
          <p:cNvGrpSpPr/>
          <p:nvPr/>
        </p:nvGrpSpPr>
        <p:grpSpPr>
          <a:xfrm>
            <a:off x="1162050" y="6457950"/>
            <a:ext cx="38014275" cy="18240375"/>
            <a:chOff x="1162050" y="6457950"/>
            <a:chExt cx="38014275" cy="18240375"/>
          </a:xfrm>
        </p:grpSpPr>
        <p:sp>
          <p:nvSpPr>
            <p:cNvPr id="17" name="Rectangle 17"/>
            <p:cNvSpPr/>
            <p:nvPr/>
          </p:nvSpPr>
          <p:spPr>
            <a:xfrm>
              <a:off x="1162050" y="8648700"/>
              <a:ext cx="1314450" cy="5934075"/>
            </a:xfrm>
            <a:prstGeom prst="roundRect">
              <a:avLst>
                <a:gd name="adj" fmla="val 11594"/>
              </a:avLst>
            </a:prstGeom>
            <a:solidFill>
              <a:srgbClr val="1A8EFF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1162050" y="14430375"/>
              <a:ext cx="1314450" cy="152400"/>
            </a:xfrm>
            <a:prstGeom prst="rect">
              <a:avLst/>
            </a:prstGeom>
            <a:solidFill>
              <a:srgbClr val="1A8EFF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2790825" y="9001125"/>
              <a:ext cx="1314450" cy="5581650"/>
            </a:xfrm>
            <a:prstGeom prst="roundRect">
              <a:avLst>
                <a:gd name="adj" fmla="val 11594"/>
              </a:avLst>
            </a:prstGeom>
            <a:solidFill>
              <a:srgbClr val="36BC88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2790825" y="14430375"/>
              <a:ext cx="1314450" cy="152400"/>
            </a:xfrm>
            <a:prstGeom prst="rect">
              <a:avLst/>
            </a:prstGeom>
            <a:solidFill>
              <a:srgbClr val="36BC88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4410075" y="7962900"/>
              <a:ext cx="1314450" cy="6619875"/>
            </a:xfrm>
            <a:prstGeom prst="roundRect">
              <a:avLst>
                <a:gd name="adj" fmla="val 11594"/>
              </a:avLst>
            </a:prstGeom>
            <a:solidFill>
              <a:srgbClr val="C5CAD4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4410075" y="14430375"/>
              <a:ext cx="1314450" cy="152400"/>
            </a:xfrm>
            <a:prstGeom prst="rect">
              <a:avLst/>
            </a:prstGeom>
            <a:solidFill>
              <a:srgbClr val="C5CAD4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6010275" y="8982075"/>
              <a:ext cx="1314450" cy="5600700"/>
            </a:xfrm>
            <a:prstGeom prst="roundRect">
              <a:avLst>
                <a:gd name="adj" fmla="val 11594"/>
              </a:avLst>
            </a:prstGeom>
            <a:solidFill>
              <a:srgbClr val="E4E6E7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6010275" y="14430375"/>
              <a:ext cx="1314450" cy="152400"/>
            </a:xfrm>
            <a:prstGeom prst="rect">
              <a:avLst/>
            </a:prstGeom>
            <a:solidFill>
              <a:srgbClr val="E4E6E7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7639050" y="9401175"/>
              <a:ext cx="1314450" cy="5181600"/>
            </a:xfrm>
            <a:prstGeom prst="roundRect">
              <a:avLst>
                <a:gd name="adj" fmla="val 11594"/>
              </a:avLst>
            </a:prstGeom>
            <a:solidFill>
              <a:srgbClr val="D9DDE2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7639050" y="14430375"/>
              <a:ext cx="1314450" cy="152400"/>
            </a:xfrm>
            <a:prstGeom prst="rect">
              <a:avLst/>
            </a:prstGeom>
            <a:solidFill>
              <a:srgbClr val="D9DDE2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11249025" y="6838950"/>
              <a:ext cx="1314450" cy="7743825"/>
            </a:xfrm>
            <a:prstGeom prst="roundRect">
              <a:avLst>
                <a:gd name="adj" fmla="val 11594"/>
              </a:avLst>
            </a:prstGeom>
            <a:solidFill>
              <a:srgbClr val="1A8EFF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11249025" y="14430375"/>
              <a:ext cx="1314450" cy="152400"/>
            </a:xfrm>
            <a:prstGeom prst="rect">
              <a:avLst/>
            </a:prstGeom>
            <a:solidFill>
              <a:srgbClr val="1A8EFF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12858750" y="8505825"/>
              <a:ext cx="1314450" cy="6076950"/>
            </a:xfrm>
            <a:prstGeom prst="roundRect">
              <a:avLst>
                <a:gd name="adj" fmla="val 11594"/>
              </a:avLst>
            </a:prstGeom>
            <a:solidFill>
              <a:srgbClr val="36BC88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12858750" y="14430375"/>
              <a:ext cx="1314450" cy="152400"/>
            </a:xfrm>
            <a:prstGeom prst="rect">
              <a:avLst/>
            </a:prstGeom>
            <a:solidFill>
              <a:srgbClr val="36BC88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14487525" y="6457950"/>
              <a:ext cx="1314450" cy="8124825"/>
            </a:xfrm>
            <a:prstGeom prst="roundRect">
              <a:avLst>
                <a:gd name="adj" fmla="val 11594"/>
              </a:avLst>
            </a:prstGeom>
            <a:solidFill>
              <a:srgbClr val="C5CAD4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14487525" y="14430375"/>
              <a:ext cx="1314450" cy="152400"/>
            </a:xfrm>
            <a:prstGeom prst="rect">
              <a:avLst/>
            </a:prstGeom>
            <a:solidFill>
              <a:srgbClr val="C5CAD4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16078200" y="6553200"/>
              <a:ext cx="1314450" cy="8029575"/>
            </a:xfrm>
            <a:prstGeom prst="roundRect">
              <a:avLst>
                <a:gd name="adj" fmla="val 11594"/>
              </a:avLst>
            </a:prstGeom>
            <a:solidFill>
              <a:srgbClr val="E4E6E7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16078200" y="14430375"/>
              <a:ext cx="1314450" cy="152400"/>
            </a:xfrm>
            <a:prstGeom prst="rect">
              <a:avLst/>
            </a:prstGeom>
            <a:solidFill>
              <a:srgbClr val="E4E6E7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17726025" y="7505700"/>
              <a:ext cx="1314450" cy="7077075"/>
            </a:xfrm>
            <a:prstGeom prst="roundRect">
              <a:avLst>
                <a:gd name="adj" fmla="val 11594"/>
              </a:avLst>
            </a:prstGeom>
            <a:solidFill>
              <a:srgbClr val="D9DDE2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17726025" y="14430375"/>
              <a:ext cx="1314450" cy="152400"/>
            </a:xfrm>
            <a:prstGeom prst="rect">
              <a:avLst/>
            </a:prstGeom>
            <a:solidFill>
              <a:srgbClr val="D9DDE2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21316950" y="9906000"/>
              <a:ext cx="1314450" cy="4676775"/>
            </a:xfrm>
            <a:prstGeom prst="roundRect">
              <a:avLst>
                <a:gd name="adj" fmla="val 11594"/>
              </a:avLst>
            </a:prstGeom>
            <a:solidFill>
              <a:srgbClr val="1A8EFF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21316950" y="14430375"/>
              <a:ext cx="1314450" cy="152400"/>
            </a:xfrm>
            <a:prstGeom prst="rect">
              <a:avLst/>
            </a:prstGeom>
            <a:solidFill>
              <a:srgbClr val="1A8EFF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22945725" y="10496550"/>
              <a:ext cx="1314450" cy="4086225"/>
            </a:xfrm>
            <a:prstGeom prst="roundRect">
              <a:avLst>
                <a:gd name="adj" fmla="val 11594"/>
              </a:avLst>
            </a:prstGeom>
            <a:solidFill>
              <a:srgbClr val="36BC88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22945725" y="14430375"/>
              <a:ext cx="1314450" cy="152400"/>
            </a:xfrm>
            <a:prstGeom prst="rect">
              <a:avLst/>
            </a:prstGeom>
            <a:solidFill>
              <a:srgbClr val="36BC88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24564975" y="7915275"/>
              <a:ext cx="1314450" cy="6667500"/>
            </a:xfrm>
            <a:prstGeom prst="roundRect">
              <a:avLst>
                <a:gd name="adj" fmla="val 11594"/>
              </a:avLst>
            </a:prstGeom>
            <a:solidFill>
              <a:srgbClr val="C5CAD4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24564975" y="14430375"/>
              <a:ext cx="1314450" cy="152400"/>
            </a:xfrm>
            <a:prstGeom prst="rect">
              <a:avLst/>
            </a:prstGeom>
            <a:solidFill>
              <a:srgbClr val="C5CAD4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26184225" y="9734550"/>
              <a:ext cx="1314450" cy="4848225"/>
            </a:xfrm>
            <a:prstGeom prst="roundRect">
              <a:avLst>
                <a:gd name="adj" fmla="val 11594"/>
              </a:avLst>
            </a:prstGeom>
            <a:solidFill>
              <a:srgbClr val="E4E6E7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26184225" y="14430375"/>
              <a:ext cx="1314450" cy="152400"/>
            </a:xfrm>
            <a:prstGeom prst="rect">
              <a:avLst/>
            </a:prstGeom>
            <a:solidFill>
              <a:srgbClr val="E4E6E7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27793950" y="11391900"/>
              <a:ext cx="1314450" cy="3190875"/>
            </a:xfrm>
            <a:prstGeom prst="roundRect">
              <a:avLst>
                <a:gd name="adj" fmla="val 11594"/>
              </a:avLst>
            </a:prstGeom>
            <a:solidFill>
              <a:srgbClr val="D9DDE2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27793950" y="14430375"/>
              <a:ext cx="1314450" cy="152400"/>
            </a:xfrm>
            <a:prstGeom prst="rect">
              <a:avLst/>
            </a:prstGeom>
            <a:solidFill>
              <a:srgbClr val="D9DDE2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31403925" y="10163175"/>
              <a:ext cx="1314450" cy="4419600"/>
            </a:xfrm>
            <a:prstGeom prst="roundRect">
              <a:avLst>
                <a:gd name="adj" fmla="val 11594"/>
              </a:avLst>
            </a:prstGeom>
            <a:solidFill>
              <a:srgbClr val="1A8EFF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31403925" y="14430375"/>
              <a:ext cx="1314450" cy="152400"/>
            </a:xfrm>
            <a:prstGeom prst="rect">
              <a:avLst/>
            </a:prstGeom>
            <a:solidFill>
              <a:srgbClr val="1A8EFF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33013650" y="12858750"/>
              <a:ext cx="1314450" cy="1724025"/>
            </a:xfrm>
            <a:prstGeom prst="roundRect">
              <a:avLst>
                <a:gd name="adj" fmla="val 11594"/>
              </a:avLst>
            </a:prstGeom>
            <a:solidFill>
              <a:srgbClr val="36BC88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33013650" y="14430375"/>
              <a:ext cx="1314450" cy="152400"/>
            </a:xfrm>
            <a:prstGeom prst="rect">
              <a:avLst/>
            </a:prstGeom>
            <a:solidFill>
              <a:srgbClr val="36BC88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34642425" y="9039225"/>
              <a:ext cx="1314450" cy="5543550"/>
            </a:xfrm>
            <a:prstGeom prst="roundRect">
              <a:avLst>
                <a:gd name="adj" fmla="val 11594"/>
              </a:avLst>
            </a:prstGeom>
            <a:solidFill>
              <a:srgbClr val="C5CAD4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34642425" y="14430375"/>
              <a:ext cx="1314450" cy="152400"/>
            </a:xfrm>
            <a:prstGeom prst="rect">
              <a:avLst/>
            </a:prstGeom>
            <a:solidFill>
              <a:srgbClr val="C5CAD4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36252150" y="7886700"/>
              <a:ext cx="1314450" cy="6696075"/>
            </a:xfrm>
            <a:prstGeom prst="roundRect">
              <a:avLst>
                <a:gd name="adj" fmla="val 11594"/>
              </a:avLst>
            </a:prstGeom>
            <a:solidFill>
              <a:srgbClr val="E4E6E7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36252150" y="14430375"/>
              <a:ext cx="1314450" cy="152400"/>
            </a:xfrm>
            <a:prstGeom prst="rect">
              <a:avLst/>
            </a:prstGeom>
            <a:solidFill>
              <a:srgbClr val="E4E6E7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37861875" y="13630275"/>
              <a:ext cx="1314450" cy="952500"/>
            </a:xfrm>
            <a:prstGeom prst="roundRect">
              <a:avLst>
                <a:gd name="adj" fmla="val 16000"/>
              </a:avLst>
            </a:prstGeom>
            <a:solidFill>
              <a:srgbClr val="D9DDE2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37861875" y="14430375"/>
              <a:ext cx="1314450" cy="152400"/>
            </a:xfrm>
            <a:prstGeom prst="rect">
              <a:avLst/>
            </a:prstGeom>
            <a:solidFill>
              <a:srgbClr val="D9DDE2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1162050" y="18602325"/>
              <a:ext cx="1314450" cy="6096000"/>
            </a:xfrm>
            <a:prstGeom prst="roundRect">
              <a:avLst>
                <a:gd name="adj" fmla="val 11594"/>
              </a:avLst>
            </a:prstGeom>
            <a:solidFill>
              <a:srgbClr val="1A8EFF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1162050" y="24545925"/>
              <a:ext cx="1314450" cy="152400"/>
            </a:xfrm>
            <a:prstGeom prst="rect">
              <a:avLst/>
            </a:prstGeom>
            <a:solidFill>
              <a:srgbClr val="1A8EFF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2790825" y="19831050"/>
              <a:ext cx="1314450" cy="4867275"/>
            </a:xfrm>
            <a:prstGeom prst="roundRect">
              <a:avLst>
                <a:gd name="adj" fmla="val 11594"/>
              </a:avLst>
            </a:prstGeom>
            <a:solidFill>
              <a:srgbClr val="36BC88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2790825" y="24545925"/>
              <a:ext cx="1314450" cy="152400"/>
            </a:xfrm>
            <a:prstGeom prst="rect">
              <a:avLst/>
            </a:prstGeom>
            <a:solidFill>
              <a:srgbClr val="36BC88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4410075" y="17821275"/>
              <a:ext cx="1314450" cy="6877050"/>
            </a:xfrm>
            <a:prstGeom prst="roundRect">
              <a:avLst>
                <a:gd name="adj" fmla="val 11594"/>
              </a:avLst>
            </a:prstGeom>
            <a:solidFill>
              <a:srgbClr val="C5CAD4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4410075" y="24545925"/>
              <a:ext cx="1314450" cy="152400"/>
            </a:xfrm>
            <a:prstGeom prst="rect">
              <a:avLst/>
            </a:prstGeom>
            <a:solidFill>
              <a:srgbClr val="C5CAD4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6010275" y="17926050"/>
              <a:ext cx="1314450" cy="6772275"/>
            </a:xfrm>
            <a:prstGeom prst="roundRect">
              <a:avLst>
                <a:gd name="adj" fmla="val 11594"/>
              </a:avLst>
            </a:prstGeom>
            <a:solidFill>
              <a:srgbClr val="E4E6E7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6010275" y="24545925"/>
              <a:ext cx="1314450" cy="152400"/>
            </a:xfrm>
            <a:prstGeom prst="rect">
              <a:avLst/>
            </a:prstGeom>
            <a:solidFill>
              <a:srgbClr val="E4E6E7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7639050" y="20916900"/>
              <a:ext cx="1314450" cy="3781425"/>
            </a:xfrm>
            <a:prstGeom prst="roundRect">
              <a:avLst>
                <a:gd name="adj" fmla="val 11594"/>
              </a:avLst>
            </a:prstGeom>
            <a:solidFill>
              <a:srgbClr val="D9DDE2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7639050" y="24545925"/>
              <a:ext cx="1314450" cy="152400"/>
            </a:xfrm>
            <a:prstGeom prst="rect">
              <a:avLst/>
            </a:prstGeom>
            <a:solidFill>
              <a:srgbClr val="D9DDE2"/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11249025" y="17335500"/>
              <a:ext cx="1314450" cy="7362825"/>
            </a:xfrm>
            <a:prstGeom prst="roundRect">
              <a:avLst>
                <a:gd name="adj" fmla="val 11594"/>
              </a:avLst>
            </a:prstGeom>
            <a:solidFill>
              <a:srgbClr val="1A8EFF"/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11249025" y="24545925"/>
              <a:ext cx="1314450" cy="152400"/>
            </a:xfrm>
            <a:prstGeom prst="rect">
              <a:avLst/>
            </a:prstGeom>
            <a:solidFill>
              <a:srgbClr val="1A8EFF"/>
            </a:solidFill>
            <a:ln>
              <a:noFill/>
            </a:ln>
          </p:spPr>
        </p:sp>
        <p:sp>
          <p:nvSpPr>
            <p:cNvPr id="69" name="Rectangle 69"/>
            <p:cNvSpPr/>
            <p:nvPr/>
          </p:nvSpPr>
          <p:spPr>
            <a:xfrm>
              <a:off x="12858750" y="17830800"/>
              <a:ext cx="1314450" cy="6867525"/>
            </a:xfrm>
            <a:prstGeom prst="roundRect">
              <a:avLst>
                <a:gd name="adj" fmla="val 11594"/>
              </a:avLst>
            </a:prstGeom>
            <a:solidFill>
              <a:srgbClr val="36BC88"/>
            </a:solidFill>
            <a:ln>
              <a:noFill/>
            </a:ln>
          </p:spPr>
        </p:sp>
        <p:sp>
          <p:nvSpPr>
            <p:cNvPr id="70" name="Rectangle 70"/>
            <p:cNvSpPr/>
            <p:nvPr/>
          </p:nvSpPr>
          <p:spPr>
            <a:xfrm>
              <a:off x="12858750" y="24545925"/>
              <a:ext cx="1314450" cy="152400"/>
            </a:xfrm>
            <a:prstGeom prst="rect">
              <a:avLst/>
            </a:prstGeom>
            <a:solidFill>
              <a:srgbClr val="36BC88"/>
            </a:solidFill>
            <a:ln>
              <a:noFill/>
            </a:ln>
          </p:spPr>
        </p:sp>
        <p:sp>
          <p:nvSpPr>
            <p:cNvPr id="71" name="Rectangle 71"/>
            <p:cNvSpPr/>
            <p:nvPr/>
          </p:nvSpPr>
          <p:spPr>
            <a:xfrm>
              <a:off x="14487525" y="17259300"/>
              <a:ext cx="1314450" cy="7439025"/>
            </a:xfrm>
            <a:prstGeom prst="roundRect">
              <a:avLst>
                <a:gd name="adj" fmla="val 11594"/>
              </a:avLst>
            </a:prstGeom>
            <a:solidFill>
              <a:srgbClr val="C5CAD4"/>
            </a:solidFill>
            <a:ln>
              <a:noFill/>
            </a:ln>
          </p:spPr>
        </p:sp>
        <p:sp>
          <p:nvSpPr>
            <p:cNvPr id="72" name="Rectangle 72"/>
            <p:cNvSpPr/>
            <p:nvPr/>
          </p:nvSpPr>
          <p:spPr>
            <a:xfrm>
              <a:off x="14487525" y="24545925"/>
              <a:ext cx="1314450" cy="152400"/>
            </a:xfrm>
            <a:prstGeom prst="rect">
              <a:avLst/>
            </a:prstGeom>
            <a:solidFill>
              <a:srgbClr val="C5CAD4"/>
            </a:solidFill>
            <a:ln>
              <a:noFill/>
            </a:ln>
          </p:spPr>
        </p:sp>
        <p:sp>
          <p:nvSpPr>
            <p:cNvPr id="73" name="Rectangle 73"/>
            <p:cNvSpPr/>
            <p:nvPr/>
          </p:nvSpPr>
          <p:spPr>
            <a:xfrm>
              <a:off x="16078200" y="17497425"/>
              <a:ext cx="1314450" cy="7200900"/>
            </a:xfrm>
            <a:prstGeom prst="roundRect">
              <a:avLst>
                <a:gd name="adj" fmla="val 11594"/>
              </a:avLst>
            </a:prstGeom>
            <a:solidFill>
              <a:srgbClr val="E4E6E7"/>
            </a:solidFill>
            <a:ln>
              <a:noFill/>
            </a:ln>
          </p:spPr>
        </p:sp>
        <p:sp>
          <p:nvSpPr>
            <p:cNvPr id="74" name="Rectangle 74"/>
            <p:cNvSpPr/>
            <p:nvPr/>
          </p:nvSpPr>
          <p:spPr>
            <a:xfrm>
              <a:off x="16078200" y="24545925"/>
              <a:ext cx="1314450" cy="152400"/>
            </a:xfrm>
            <a:prstGeom prst="rect">
              <a:avLst/>
            </a:prstGeom>
            <a:solidFill>
              <a:srgbClr val="E4E6E7"/>
            </a:solidFill>
            <a:ln>
              <a:noFill/>
            </a:ln>
          </p:spPr>
        </p:sp>
        <p:sp>
          <p:nvSpPr>
            <p:cNvPr id="75" name="Rectangle 75"/>
            <p:cNvSpPr/>
            <p:nvPr/>
          </p:nvSpPr>
          <p:spPr>
            <a:xfrm>
              <a:off x="17726025" y="18078450"/>
              <a:ext cx="1314450" cy="6619875"/>
            </a:xfrm>
            <a:prstGeom prst="roundRect">
              <a:avLst>
                <a:gd name="adj" fmla="val 11594"/>
              </a:avLst>
            </a:prstGeom>
            <a:solidFill>
              <a:srgbClr val="D9DDE2"/>
            </a:solidFill>
            <a:ln>
              <a:noFill/>
            </a:ln>
          </p:spPr>
        </p:sp>
        <p:sp>
          <p:nvSpPr>
            <p:cNvPr id="76" name="Rectangle 76"/>
            <p:cNvSpPr/>
            <p:nvPr/>
          </p:nvSpPr>
          <p:spPr>
            <a:xfrm>
              <a:off x="17726025" y="24545925"/>
              <a:ext cx="1314450" cy="152400"/>
            </a:xfrm>
            <a:prstGeom prst="rect">
              <a:avLst/>
            </a:prstGeom>
            <a:solidFill>
              <a:srgbClr val="D9DDE2"/>
            </a:solidFill>
            <a:ln>
              <a:noFill/>
            </a:ln>
          </p:spPr>
        </p:sp>
        <p:sp>
          <p:nvSpPr>
            <p:cNvPr id="77" name="Rectangle 77"/>
            <p:cNvSpPr/>
            <p:nvPr/>
          </p:nvSpPr>
          <p:spPr>
            <a:xfrm>
              <a:off x="21316950" y="20088225"/>
              <a:ext cx="1314450" cy="4610100"/>
            </a:xfrm>
            <a:prstGeom prst="roundRect">
              <a:avLst>
                <a:gd name="adj" fmla="val 11594"/>
              </a:avLst>
            </a:prstGeom>
            <a:solidFill>
              <a:srgbClr val="1A8EFF"/>
            </a:solidFill>
            <a:ln>
              <a:noFill/>
            </a:ln>
          </p:spPr>
        </p:sp>
        <p:sp>
          <p:nvSpPr>
            <p:cNvPr id="78" name="Rectangle 78"/>
            <p:cNvSpPr/>
            <p:nvPr/>
          </p:nvSpPr>
          <p:spPr>
            <a:xfrm>
              <a:off x="21316950" y="24545925"/>
              <a:ext cx="1314450" cy="152400"/>
            </a:xfrm>
            <a:prstGeom prst="rect">
              <a:avLst/>
            </a:prstGeom>
            <a:solidFill>
              <a:srgbClr val="1A8EFF"/>
            </a:solidFill>
            <a:ln>
              <a:noFill/>
            </a:ln>
          </p:spPr>
        </p:sp>
        <p:sp>
          <p:nvSpPr>
            <p:cNvPr id="79" name="Rectangle 79"/>
            <p:cNvSpPr/>
            <p:nvPr/>
          </p:nvSpPr>
          <p:spPr>
            <a:xfrm>
              <a:off x="22945725" y="20802600"/>
              <a:ext cx="1314450" cy="3895725"/>
            </a:xfrm>
            <a:prstGeom prst="roundRect">
              <a:avLst>
                <a:gd name="adj" fmla="val 11594"/>
              </a:avLst>
            </a:prstGeom>
            <a:solidFill>
              <a:srgbClr val="36BC88"/>
            </a:solidFill>
            <a:ln>
              <a:noFill/>
            </a:ln>
          </p:spPr>
        </p:sp>
        <p:sp>
          <p:nvSpPr>
            <p:cNvPr id="80" name="Rectangle 80"/>
            <p:cNvSpPr/>
            <p:nvPr/>
          </p:nvSpPr>
          <p:spPr>
            <a:xfrm>
              <a:off x="22945725" y="24545925"/>
              <a:ext cx="1314450" cy="152400"/>
            </a:xfrm>
            <a:prstGeom prst="rect">
              <a:avLst/>
            </a:prstGeom>
            <a:solidFill>
              <a:srgbClr val="36BC88"/>
            </a:solidFill>
            <a:ln>
              <a:noFill/>
            </a:ln>
          </p:spPr>
        </p:sp>
        <p:sp>
          <p:nvSpPr>
            <p:cNvPr id="81" name="Rectangle 81"/>
            <p:cNvSpPr/>
            <p:nvPr/>
          </p:nvSpPr>
          <p:spPr>
            <a:xfrm>
              <a:off x="24564975" y="18973800"/>
              <a:ext cx="1314450" cy="5724525"/>
            </a:xfrm>
            <a:prstGeom prst="roundRect">
              <a:avLst>
                <a:gd name="adj" fmla="val 11594"/>
              </a:avLst>
            </a:prstGeom>
            <a:solidFill>
              <a:srgbClr val="C5CAD4"/>
            </a:solidFill>
            <a:ln>
              <a:noFill/>
            </a:ln>
          </p:spPr>
        </p:sp>
        <p:sp>
          <p:nvSpPr>
            <p:cNvPr id="82" name="Rectangle 82"/>
            <p:cNvSpPr/>
            <p:nvPr/>
          </p:nvSpPr>
          <p:spPr>
            <a:xfrm>
              <a:off x="24564975" y="24545925"/>
              <a:ext cx="1314450" cy="152400"/>
            </a:xfrm>
            <a:prstGeom prst="rect">
              <a:avLst/>
            </a:prstGeom>
            <a:solidFill>
              <a:srgbClr val="C5CAD4"/>
            </a:solidFill>
            <a:ln>
              <a:noFill/>
            </a:ln>
          </p:spPr>
        </p:sp>
        <p:sp>
          <p:nvSpPr>
            <p:cNvPr id="83" name="Rectangle 83"/>
            <p:cNvSpPr/>
            <p:nvPr/>
          </p:nvSpPr>
          <p:spPr>
            <a:xfrm>
              <a:off x="26184225" y="19383375"/>
              <a:ext cx="1314450" cy="5314950"/>
            </a:xfrm>
            <a:prstGeom prst="roundRect">
              <a:avLst>
                <a:gd name="adj" fmla="val 11594"/>
              </a:avLst>
            </a:prstGeom>
            <a:solidFill>
              <a:srgbClr val="E4E6E7"/>
            </a:solidFill>
            <a:ln>
              <a:noFill/>
            </a:ln>
          </p:spPr>
        </p:sp>
        <p:sp>
          <p:nvSpPr>
            <p:cNvPr id="84" name="Rectangle 84"/>
            <p:cNvSpPr/>
            <p:nvPr/>
          </p:nvSpPr>
          <p:spPr>
            <a:xfrm>
              <a:off x="26184225" y="24545925"/>
              <a:ext cx="1314450" cy="152400"/>
            </a:xfrm>
            <a:prstGeom prst="rect">
              <a:avLst/>
            </a:prstGeom>
            <a:solidFill>
              <a:srgbClr val="E4E6E7"/>
            </a:solidFill>
            <a:ln>
              <a:noFill/>
            </a:ln>
          </p:spPr>
        </p:sp>
        <p:sp>
          <p:nvSpPr>
            <p:cNvPr id="85" name="Rectangle 85"/>
            <p:cNvSpPr/>
            <p:nvPr/>
          </p:nvSpPr>
          <p:spPr>
            <a:xfrm>
              <a:off x="27793950" y="20031075"/>
              <a:ext cx="1314450" cy="4667250"/>
            </a:xfrm>
            <a:prstGeom prst="roundRect">
              <a:avLst>
                <a:gd name="adj" fmla="val 11594"/>
              </a:avLst>
            </a:prstGeom>
            <a:solidFill>
              <a:srgbClr val="D9DDE2"/>
            </a:solidFill>
            <a:ln>
              <a:noFill/>
            </a:ln>
          </p:spPr>
        </p:sp>
        <p:sp>
          <p:nvSpPr>
            <p:cNvPr id="86" name="Rectangle 86"/>
            <p:cNvSpPr/>
            <p:nvPr/>
          </p:nvSpPr>
          <p:spPr>
            <a:xfrm>
              <a:off x="27793950" y="24545925"/>
              <a:ext cx="1314450" cy="152400"/>
            </a:xfrm>
            <a:prstGeom prst="rect">
              <a:avLst/>
            </a:prstGeom>
            <a:solidFill>
              <a:srgbClr val="D9DDE2"/>
            </a:solidFill>
            <a:ln>
              <a:noFill/>
            </a:ln>
          </p:spPr>
        </p:sp>
        <p:sp>
          <p:nvSpPr>
            <p:cNvPr id="87" name="Rectangle 87"/>
            <p:cNvSpPr/>
            <p:nvPr/>
          </p:nvSpPr>
          <p:spPr>
            <a:xfrm>
              <a:off x="31403925" y="19469100"/>
              <a:ext cx="1314450" cy="1514475"/>
            </a:xfrm>
            <a:prstGeom prst="roundRect">
              <a:avLst>
                <a:gd name="adj" fmla="val 11594"/>
              </a:avLst>
            </a:prstGeom>
            <a:solidFill>
              <a:srgbClr val="2974CC"/>
            </a:solidFill>
            <a:ln>
              <a:noFill/>
            </a:ln>
          </p:spPr>
        </p:sp>
        <p:sp>
          <p:nvSpPr>
            <p:cNvPr id="88" name="Rectangle 88"/>
            <p:cNvSpPr/>
            <p:nvPr/>
          </p:nvSpPr>
          <p:spPr>
            <a:xfrm>
              <a:off x="31403925" y="20821650"/>
              <a:ext cx="1314450" cy="3876675"/>
            </a:xfrm>
            <a:prstGeom prst="rect">
              <a:avLst/>
            </a:prstGeom>
            <a:solidFill>
              <a:srgbClr val="1A8EFF"/>
            </a:solidFill>
            <a:ln>
              <a:noFill/>
            </a:ln>
          </p:spPr>
        </p:sp>
        <p:sp>
          <p:nvSpPr>
            <p:cNvPr id="89" name="Rectangle 89"/>
            <p:cNvSpPr/>
            <p:nvPr/>
          </p:nvSpPr>
          <p:spPr>
            <a:xfrm>
              <a:off x="33013650" y="19697700"/>
              <a:ext cx="1314450" cy="2190750"/>
            </a:xfrm>
            <a:prstGeom prst="roundRect">
              <a:avLst>
                <a:gd name="adj" fmla="val 11594"/>
              </a:avLst>
            </a:prstGeom>
            <a:solidFill>
              <a:srgbClr val="2974CC"/>
            </a:solidFill>
            <a:ln>
              <a:noFill/>
            </a:ln>
          </p:spPr>
        </p:sp>
        <p:sp>
          <p:nvSpPr>
            <p:cNvPr id="90" name="Rectangle 90"/>
            <p:cNvSpPr/>
            <p:nvPr/>
          </p:nvSpPr>
          <p:spPr>
            <a:xfrm>
              <a:off x="33013650" y="21736050"/>
              <a:ext cx="1314450" cy="2962275"/>
            </a:xfrm>
            <a:prstGeom prst="rect">
              <a:avLst/>
            </a:prstGeom>
            <a:solidFill>
              <a:srgbClr val="36BC88"/>
            </a:solidFill>
            <a:ln>
              <a:noFill/>
            </a:ln>
          </p:spPr>
        </p:sp>
        <p:sp>
          <p:nvSpPr>
            <p:cNvPr id="91" name="Rectangle 91"/>
            <p:cNvSpPr/>
            <p:nvPr/>
          </p:nvSpPr>
          <p:spPr>
            <a:xfrm>
              <a:off x="34642425" y="19164300"/>
              <a:ext cx="1314450" cy="923925"/>
            </a:xfrm>
            <a:prstGeom prst="roundRect">
              <a:avLst>
                <a:gd name="adj" fmla="val 16495"/>
              </a:avLst>
            </a:prstGeom>
            <a:solidFill>
              <a:srgbClr val="B0B5BD"/>
            </a:solidFill>
            <a:ln>
              <a:noFill/>
            </a:ln>
          </p:spPr>
        </p:sp>
        <p:sp>
          <p:nvSpPr>
            <p:cNvPr id="92" name="Rectangle 92"/>
            <p:cNvSpPr/>
            <p:nvPr/>
          </p:nvSpPr>
          <p:spPr>
            <a:xfrm>
              <a:off x="34642425" y="19935825"/>
              <a:ext cx="1314450" cy="4762500"/>
            </a:xfrm>
            <a:prstGeom prst="rect">
              <a:avLst/>
            </a:prstGeom>
            <a:solidFill>
              <a:srgbClr val="C5CAD4"/>
            </a:solidFill>
            <a:ln>
              <a:noFill/>
            </a:ln>
          </p:spPr>
        </p:sp>
        <p:sp>
          <p:nvSpPr>
            <p:cNvPr id="93" name="Rectangle 93"/>
            <p:cNvSpPr/>
            <p:nvPr/>
          </p:nvSpPr>
          <p:spPr>
            <a:xfrm>
              <a:off x="36252150" y="19707225"/>
              <a:ext cx="1314450" cy="1181100"/>
            </a:xfrm>
            <a:prstGeom prst="roundRect">
              <a:avLst>
                <a:gd name="adj" fmla="val 12903"/>
              </a:avLst>
            </a:prstGeom>
            <a:solidFill>
              <a:srgbClr val="B0B5BD"/>
            </a:solidFill>
            <a:ln>
              <a:noFill/>
            </a:ln>
          </p:spPr>
        </p:sp>
        <p:sp>
          <p:nvSpPr>
            <p:cNvPr id="94" name="Rectangle 94"/>
            <p:cNvSpPr/>
            <p:nvPr/>
          </p:nvSpPr>
          <p:spPr>
            <a:xfrm>
              <a:off x="36252150" y="20735925"/>
              <a:ext cx="1314450" cy="3962400"/>
            </a:xfrm>
            <a:prstGeom prst="rect">
              <a:avLst/>
            </a:prstGeom>
            <a:solidFill>
              <a:srgbClr val="E4E6E7"/>
            </a:solidFill>
            <a:ln>
              <a:noFill/>
            </a:ln>
          </p:spPr>
        </p:sp>
        <p:sp>
          <p:nvSpPr>
            <p:cNvPr id="95" name="Rectangle 95"/>
            <p:cNvSpPr/>
            <p:nvPr/>
          </p:nvSpPr>
          <p:spPr>
            <a:xfrm>
              <a:off x="37861875" y="19783425"/>
              <a:ext cx="1314450" cy="762000"/>
            </a:xfrm>
            <a:prstGeom prst="roundRect">
              <a:avLst>
                <a:gd name="adj" fmla="val 20000"/>
              </a:avLst>
            </a:prstGeom>
            <a:solidFill>
              <a:srgbClr val="B0B5BD"/>
            </a:solidFill>
            <a:ln>
              <a:noFill/>
            </a:ln>
          </p:spPr>
        </p:sp>
        <p:sp>
          <p:nvSpPr>
            <p:cNvPr id="96" name="Rectangle 96"/>
            <p:cNvSpPr/>
            <p:nvPr/>
          </p:nvSpPr>
          <p:spPr>
            <a:xfrm>
              <a:off x="37861875" y="20393025"/>
              <a:ext cx="1314450" cy="4305300"/>
            </a:xfrm>
            <a:prstGeom prst="rect">
              <a:avLst/>
            </a:prstGeom>
            <a:solidFill>
              <a:srgbClr val="D9DDE2"/>
            </a:solidFill>
            <a:ln>
              <a:noFill/>
            </a:ln>
          </p:spPr>
        </p:sp>
      </p:grpSp>
      <p:grpSp>
        <p:nvGrpSpPr>
          <p:cNvPr id="139" name="Group 139"/>
          <p:cNvGrpSpPr/>
          <p:nvPr/>
        </p:nvGrpSpPr>
        <p:grpSpPr>
          <a:xfrm>
            <a:off x="1381125" y="1028700"/>
            <a:ext cx="37785675" cy="21640800"/>
            <a:chOff x="1381125" y="1028700"/>
            <a:chExt cx="37785675" cy="21640800"/>
          </a:xfrm>
        </p:grpSpPr>
        <p:pic>
          <p:nvPicPr>
            <p:cNvPr id="98" name="Image 9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109525" y="1028700"/>
              <a:ext cx="1057275" cy="1057275"/>
            </a:xfrm>
            <a:prstGeom prst="rect">
              <a:avLst/>
            </a:prstGeom>
          </p:spPr>
        </p:pic>
        <p:pic>
          <p:nvPicPr>
            <p:cNvPr id="99" name="Image 9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81125" y="8839200"/>
              <a:ext cx="876300" cy="876300"/>
            </a:xfrm>
            <a:prstGeom prst="rect">
              <a:avLst/>
            </a:prstGeom>
          </p:spPr>
        </p:pic>
        <p:pic>
          <p:nvPicPr>
            <p:cNvPr id="100" name="Image 10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009900" y="9191625"/>
              <a:ext cx="876300" cy="876300"/>
            </a:xfrm>
            <a:prstGeom prst="rect">
              <a:avLst/>
            </a:prstGeom>
          </p:spPr>
        </p:pic>
        <p:pic>
          <p:nvPicPr>
            <p:cNvPr id="101" name="Image 101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629150" y="8153400"/>
              <a:ext cx="876300" cy="876300"/>
            </a:xfrm>
            <a:prstGeom prst="rect">
              <a:avLst/>
            </a:prstGeom>
          </p:spPr>
        </p:pic>
        <p:pic>
          <p:nvPicPr>
            <p:cNvPr id="102" name="Image 102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229350" y="9172575"/>
              <a:ext cx="876300" cy="876300"/>
            </a:xfrm>
            <a:prstGeom prst="rect">
              <a:avLst/>
            </a:prstGeom>
          </p:spPr>
        </p:pic>
        <p:pic>
          <p:nvPicPr>
            <p:cNvPr id="103" name="Image 103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866239" y="9591675"/>
              <a:ext cx="860072" cy="876300"/>
            </a:xfrm>
            <a:prstGeom prst="rect">
              <a:avLst/>
            </a:prstGeom>
          </p:spPr>
        </p:pic>
        <p:pic>
          <p:nvPicPr>
            <p:cNvPr id="104" name="Image 104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1468100" y="7029450"/>
              <a:ext cx="876300" cy="876300"/>
            </a:xfrm>
            <a:prstGeom prst="rect">
              <a:avLst/>
            </a:prstGeom>
          </p:spPr>
        </p:pic>
        <p:pic>
          <p:nvPicPr>
            <p:cNvPr id="105" name="Image 105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3077825" y="8696325"/>
              <a:ext cx="876300" cy="876300"/>
            </a:xfrm>
            <a:prstGeom prst="rect">
              <a:avLst/>
            </a:prstGeom>
          </p:spPr>
        </p:pic>
        <p:pic>
          <p:nvPicPr>
            <p:cNvPr id="106" name="Image 106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4706600" y="6648450"/>
              <a:ext cx="876300" cy="876300"/>
            </a:xfrm>
            <a:prstGeom prst="rect">
              <a:avLst/>
            </a:prstGeom>
          </p:spPr>
        </p:pic>
        <p:pic>
          <p:nvPicPr>
            <p:cNvPr id="107" name="Image 107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6297275" y="6743700"/>
              <a:ext cx="876300" cy="876300"/>
            </a:xfrm>
            <a:prstGeom prst="rect">
              <a:avLst/>
            </a:prstGeom>
          </p:spPr>
        </p:pic>
        <p:pic>
          <p:nvPicPr>
            <p:cNvPr id="108" name="Image 108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7953214" y="7696200"/>
              <a:ext cx="860072" cy="876300"/>
            </a:xfrm>
            <a:prstGeom prst="rect">
              <a:avLst/>
            </a:prstGeom>
          </p:spPr>
        </p:pic>
        <p:pic>
          <p:nvPicPr>
            <p:cNvPr id="109" name="Image 109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21536025" y="10096500"/>
              <a:ext cx="876300" cy="876300"/>
            </a:xfrm>
            <a:prstGeom prst="rect">
              <a:avLst/>
            </a:prstGeom>
          </p:spPr>
        </p:pic>
        <p:pic>
          <p:nvPicPr>
            <p:cNvPr id="110" name="Image 110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23164800" y="10687050"/>
              <a:ext cx="876300" cy="876300"/>
            </a:xfrm>
            <a:prstGeom prst="rect">
              <a:avLst/>
            </a:prstGeom>
          </p:spPr>
        </p:pic>
        <p:pic>
          <p:nvPicPr>
            <p:cNvPr id="111" name="Image 111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24784050" y="8105775"/>
              <a:ext cx="876300" cy="876300"/>
            </a:xfrm>
            <a:prstGeom prst="rect">
              <a:avLst/>
            </a:prstGeom>
          </p:spPr>
        </p:pic>
        <p:pic>
          <p:nvPicPr>
            <p:cNvPr id="112" name="Image 112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26403300" y="9925050"/>
              <a:ext cx="876300" cy="876300"/>
            </a:xfrm>
            <a:prstGeom prst="rect">
              <a:avLst/>
            </a:prstGeom>
          </p:spPr>
        </p:pic>
        <p:pic>
          <p:nvPicPr>
            <p:cNvPr id="113" name="Image 113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28021139" y="11582400"/>
              <a:ext cx="860072" cy="876300"/>
            </a:xfrm>
            <a:prstGeom prst="rect">
              <a:avLst/>
            </a:prstGeom>
          </p:spPr>
        </p:pic>
        <p:pic>
          <p:nvPicPr>
            <p:cNvPr id="114" name="Image 114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31623000" y="10353675"/>
              <a:ext cx="876300" cy="876300"/>
            </a:xfrm>
            <a:prstGeom prst="rect">
              <a:avLst/>
            </a:prstGeom>
          </p:spPr>
        </p:pic>
        <p:pic>
          <p:nvPicPr>
            <p:cNvPr id="115" name="Image 115"/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33232725" y="13049250"/>
              <a:ext cx="876300" cy="876300"/>
            </a:xfrm>
            <a:prstGeom prst="rect">
              <a:avLst/>
            </a:prstGeom>
          </p:spPr>
        </p:pic>
        <p:pic>
          <p:nvPicPr>
            <p:cNvPr id="116" name="Image 116"/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34861500" y="9229725"/>
              <a:ext cx="876300" cy="876300"/>
            </a:xfrm>
            <a:prstGeom prst="rect">
              <a:avLst/>
            </a:prstGeom>
          </p:spPr>
        </p:pic>
        <p:pic>
          <p:nvPicPr>
            <p:cNvPr id="117" name="Image 117"/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36471225" y="8077200"/>
              <a:ext cx="876300" cy="876300"/>
            </a:xfrm>
            <a:prstGeom prst="rect">
              <a:avLst/>
            </a:prstGeom>
          </p:spPr>
        </p:pic>
        <p:pic>
          <p:nvPicPr>
            <p:cNvPr id="118" name="Image 118"/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38117110" y="13706475"/>
              <a:ext cx="803981" cy="819150"/>
            </a:xfrm>
            <a:prstGeom prst="rect">
              <a:avLst/>
            </a:prstGeom>
          </p:spPr>
        </p:pic>
        <p:pic>
          <p:nvPicPr>
            <p:cNvPr id="119" name="Image 119"/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1381125" y="18792825"/>
              <a:ext cx="876300" cy="876300"/>
            </a:xfrm>
            <a:prstGeom prst="rect">
              <a:avLst/>
            </a:prstGeom>
          </p:spPr>
        </p:pic>
        <p:pic>
          <p:nvPicPr>
            <p:cNvPr id="120" name="Image 120"/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3009900" y="20021550"/>
              <a:ext cx="876300" cy="876300"/>
            </a:xfrm>
            <a:prstGeom prst="rect">
              <a:avLst/>
            </a:prstGeom>
          </p:spPr>
        </p:pic>
        <p:pic>
          <p:nvPicPr>
            <p:cNvPr id="121" name="Image 121"/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4629150" y="18011775"/>
              <a:ext cx="876300" cy="876300"/>
            </a:xfrm>
            <a:prstGeom prst="rect">
              <a:avLst/>
            </a:prstGeom>
          </p:spPr>
        </p:pic>
        <p:pic>
          <p:nvPicPr>
            <p:cNvPr id="122" name="Image 122"/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6229350" y="18116550"/>
              <a:ext cx="876300" cy="876300"/>
            </a:xfrm>
            <a:prstGeom prst="rect">
              <a:avLst/>
            </a:prstGeom>
          </p:spPr>
        </p:pic>
        <p:pic>
          <p:nvPicPr>
            <p:cNvPr id="123" name="Image 123"/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>
              <a:off x="7866239" y="21107400"/>
              <a:ext cx="860072" cy="876300"/>
            </a:xfrm>
            <a:prstGeom prst="rect">
              <a:avLst/>
            </a:prstGeom>
          </p:spPr>
        </p:pic>
        <p:pic>
          <p:nvPicPr>
            <p:cNvPr id="124" name="Image 124"/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>
              <a:off x="11468100" y="17526000"/>
              <a:ext cx="876300" cy="876300"/>
            </a:xfrm>
            <a:prstGeom prst="rect">
              <a:avLst/>
            </a:prstGeom>
          </p:spPr>
        </p:pic>
        <p:pic>
          <p:nvPicPr>
            <p:cNvPr id="125" name="Image 125"/>
            <p:cNvPicPr>
              <a:picLocks noChangeAspect="1"/>
            </p:cNvPicPr>
            <p:nvPr/>
          </p:nvPicPr>
          <p:blipFill>
            <a:blip r:embed="rId29"/>
            <a:stretch>
              <a:fillRect/>
            </a:stretch>
          </p:blipFill>
          <p:spPr>
            <a:xfrm>
              <a:off x="13077825" y="18021300"/>
              <a:ext cx="876300" cy="876300"/>
            </a:xfrm>
            <a:prstGeom prst="rect">
              <a:avLst/>
            </a:prstGeom>
          </p:spPr>
        </p:pic>
        <p:pic>
          <p:nvPicPr>
            <p:cNvPr id="126" name="Image 126"/>
            <p:cNvPicPr>
              <a:picLocks noChangeAspect="1"/>
            </p:cNvPicPr>
            <p:nvPr/>
          </p:nvPicPr>
          <p:blipFill>
            <a:blip r:embed="rId30"/>
            <a:stretch>
              <a:fillRect/>
            </a:stretch>
          </p:blipFill>
          <p:spPr>
            <a:xfrm>
              <a:off x="14706600" y="17449800"/>
              <a:ext cx="876300" cy="876300"/>
            </a:xfrm>
            <a:prstGeom prst="rect">
              <a:avLst/>
            </a:prstGeom>
          </p:spPr>
        </p:pic>
        <p:pic>
          <p:nvPicPr>
            <p:cNvPr id="127" name="Image 127"/>
            <p:cNvPicPr>
              <a:picLocks noChangeAspect="1"/>
            </p:cNvPicPr>
            <p:nvPr/>
          </p:nvPicPr>
          <p:blipFill>
            <a:blip r:embed="rId31"/>
            <a:stretch>
              <a:fillRect/>
            </a:stretch>
          </p:blipFill>
          <p:spPr>
            <a:xfrm>
              <a:off x="16297275" y="17687925"/>
              <a:ext cx="876300" cy="876300"/>
            </a:xfrm>
            <a:prstGeom prst="rect">
              <a:avLst/>
            </a:prstGeom>
          </p:spPr>
        </p:pic>
        <p:pic>
          <p:nvPicPr>
            <p:cNvPr id="128" name="Image 128"/>
            <p:cNvPicPr>
              <a:picLocks noChangeAspect="1"/>
            </p:cNvPicPr>
            <p:nvPr/>
          </p:nvPicPr>
          <p:blipFill>
            <a:blip r:embed="rId32"/>
            <a:stretch>
              <a:fillRect/>
            </a:stretch>
          </p:blipFill>
          <p:spPr>
            <a:xfrm>
              <a:off x="17953214" y="18268950"/>
              <a:ext cx="860072" cy="876300"/>
            </a:xfrm>
            <a:prstGeom prst="rect">
              <a:avLst/>
            </a:prstGeom>
          </p:spPr>
        </p:pic>
        <p:pic>
          <p:nvPicPr>
            <p:cNvPr id="129" name="Image 129"/>
            <p:cNvPicPr>
              <a:picLocks noChangeAspect="1"/>
            </p:cNvPicPr>
            <p:nvPr/>
          </p:nvPicPr>
          <p:blipFill>
            <a:blip r:embed="rId33"/>
            <a:stretch>
              <a:fillRect/>
            </a:stretch>
          </p:blipFill>
          <p:spPr>
            <a:xfrm>
              <a:off x="21536025" y="20278725"/>
              <a:ext cx="876300" cy="876300"/>
            </a:xfrm>
            <a:prstGeom prst="rect">
              <a:avLst/>
            </a:prstGeom>
          </p:spPr>
        </p:pic>
        <p:pic>
          <p:nvPicPr>
            <p:cNvPr id="130" name="Image 130"/>
            <p:cNvPicPr>
              <a:picLocks noChangeAspect="1"/>
            </p:cNvPicPr>
            <p:nvPr/>
          </p:nvPicPr>
          <p:blipFill>
            <a:blip r:embed="rId34"/>
            <a:stretch>
              <a:fillRect/>
            </a:stretch>
          </p:blipFill>
          <p:spPr>
            <a:xfrm>
              <a:off x="23164800" y="20993100"/>
              <a:ext cx="876300" cy="876300"/>
            </a:xfrm>
            <a:prstGeom prst="rect">
              <a:avLst/>
            </a:prstGeom>
          </p:spPr>
        </p:pic>
        <p:pic>
          <p:nvPicPr>
            <p:cNvPr id="131" name="Image 131"/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>
              <a:off x="24784050" y="19164300"/>
              <a:ext cx="876300" cy="876300"/>
            </a:xfrm>
            <a:prstGeom prst="rect">
              <a:avLst/>
            </a:prstGeom>
          </p:spPr>
        </p:pic>
        <p:pic>
          <p:nvPicPr>
            <p:cNvPr id="132" name="Image 132"/>
            <p:cNvPicPr>
              <a:picLocks noChangeAspect="1"/>
            </p:cNvPicPr>
            <p:nvPr/>
          </p:nvPicPr>
          <p:blipFill>
            <a:blip r:embed="rId36"/>
            <a:stretch>
              <a:fillRect/>
            </a:stretch>
          </p:blipFill>
          <p:spPr>
            <a:xfrm>
              <a:off x="26403300" y="19573875"/>
              <a:ext cx="876300" cy="876300"/>
            </a:xfrm>
            <a:prstGeom prst="rect">
              <a:avLst/>
            </a:prstGeom>
          </p:spPr>
        </p:pic>
        <p:pic>
          <p:nvPicPr>
            <p:cNvPr id="133" name="Image 133"/>
            <p:cNvPicPr>
              <a:picLocks noChangeAspect="1"/>
            </p:cNvPicPr>
            <p:nvPr/>
          </p:nvPicPr>
          <p:blipFill>
            <a:blip r:embed="rId37"/>
            <a:stretch>
              <a:fillRect/>
            </a:stretch>
          </p:blipFill>
          <p:spPr>
            <a:xfrm>
              <a:off x="28021139" y="20221575"/>
              <a:ext cx="860072" cy="876300"/>
            </a:xfrm>
            <a:prstGeom prst="rect">
              <a:avLst/>
            </a:prstGeom>
          </p:spPr>
        </p:pic>
        <p:pic>
          <p:nvPicPr>
            <p:cNvPr id="134" name="Image 134"/>
            <p:cNvPicPr>
              <a:picLocks noChangeAspect="1"/>
            </p:cNvPicPr>
            <p:nvPr/>
          </p:nvPicPr>
          <p:blipFill>
            <a:blip r:embed="rId38"/>
            <a:stretch>
              <a:fillRect/>
            </a:stretch>
          </p:blipFill>
          <p:spPr>
            <a:xfrm>
              <a:off x="31632525" y="20897850"/>
              <a:ext cx="857250" cy="857250"/>
            </a:xfrm>
            <a:prstGeom prst="rect">
              <a:avLst/>
            </a:prstGeom>
          </p:spPr>
        </p:pic>
        <p:pic>
          <p:nvPicPr>
            <p:cNvPr id="135" name="Image 135"/>
            <p:cNvPicPr>
              <a:picLocks noChangeAspect="1"/>
            </p:cNvPicPr>
            <p:nvPr/>
          </p:nvPicPr>
          <p:blipFill>
            <a:blip r:embed="rId39"/>
            <a:stretch>
              <a:fillRect/>
            </a:stretch>
          </p:blipFill>
          <p:spPr>
            <a:xfrm>
              <a:off x="33242250" y="21812250"/>
              <a:ext cx="857250" cy="857250"/>
            </a:xfrm>
            <a:prstGeom prst="rect">
              <a:avLst/>
            </a:prstGeom>
          </p:spPr>
        </p:pic>
        <p:pic>
          <p:nvPicPr>
            <p:cNvPr id="136" name="Image 136"/>
            <p:cNvPicPr>
              <a:picLocks noChangeAspect="1"/>
            </p:cNvPicPr>
            <p:nvPr/>
          </p:nvPicPr>
          <p:blipFill>
            <a:blip r:embed="rId40"/>
            <a:stretch>
              <a:fillRect/>
            </a:stretch>
          </p:blipFill>
          <p:spPr>
            <a:xfrm>
              <a:off x="34871025" y="20012025"/>
              <a:ext cx="857250" cy="857250"/>
            </a:xfrm>
            <a:prstGeom prst="rect">
              <a:avLst/>
            </a:prstGeom>
          </p:spPr>
        </p:pic>
        <p:pic>
          <p:nvPicPr>
            <p:cNvPr id="137" name="Image 137"/>
            <p:cNvPicPr>
              <a:picLocks noChangeAspect="1"/>
            </p:cNvPicPr>
            <p:nvPr/>
          </p:nvPicPr>
          <p:blipFill>
            <a:blip r:embed="rId41"/>
            <a:stretch>
              <a:fillRect/>
            </a:stretch>
          </p:blipFill>
          <p:spPr>
            <a:xfrm>
              <a:off x="36480750" y="20812125"/>
              <a:ext cx="857250" cy="857250"/>
            </a:xfrm>
            <a:prstGeom prst="rect">
              <a:avLst/>
            </a:prstGeom>
          </p:spPr>
        </p:pic>
        <p:pic>
          <p:nvPicPr>
            <p:cNvPr id="138" name="Image 138"/>
            <p:cNvPicPr>
              <a:picLocks noChangeAspect="1"/>
            </p:cNvPicPr>
            <p:nvPr/>
          </p:nvPicPr>
          <p:blipFill>
            <a:blip r:embed="rId42"/>
            <a:stretch>
              <a:fillRect/>
            </a:stretch>
          </p:blipFill>
          <p:spPr>
            <a:xfrm>
              <a:off x="38098412" y="20469225"/>
              <a:ext cx="841375" cy="857250"/>
            </a:xfrm>
            <a:prstGeom prst="rect">
              <a:avLst/>
            </a:prstGeom>
          </p:spPr>
        </p:pic>
      </p:grpSp>
      <p:grpSp>
        <p:nvGrpSpPr>
          <p:cNvPr id="206" name="Group 206"/>
          <p:cNvGrpSpPr/>
          <p:nvPr/>
        </p:nvGrpSpPr>
        <p:grpSpPr>
          <a:xfrm>
            <a:off x="882015" y="1110615"/>
            <a:ext cx="38366557" cy="24749760"/>
            <a:chOff x="882015" y="1110615"/>
            <a:chExt cx="38366557" cy="24749760"/>
          </a:xfrm>
        </p:grpSpPr>
        <p:sp>
          <p:nvSpPr>
            <p:cNvPr id="140" name="TextBox 140"/>
            <p:cNvSpPr txBox="1"/>
            <p:nvPr/>
          </p:nvSpPr>
          <p:spPr>
            <a:xfrm>
              <a:off x="882015" y="1110615"/>
              <a:ext cx="15160390" cy="1584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800" b="1" dirty="0">
                  <a:solidFill>
                    <a:srgbClr val="1B1B1B"/>
                  </a:solidFill>
                  <a:latin typeface="var(--font-sans)"/>
                  <a:ea typeface="Microsoft YaHei"/>
                  <a:cs typeface="var(--font-sans)"/>
                </a:rPr>
                <a:t>LLM Performance Evaluation</a:t>
              </a:r>
            </a:p>
          </p:txBody>
        </p:sp>
        <p:sp>
          <p:nvSpPr>
            <p:cNvPr id="141" name="TextBox 141"/>
            <p:cNvSpPr txBox="1"/>
            <p:nvPr/>
          </p:nvSpPr>
          <p:spPr>
            <a:xfrm>
              <a:off x="962025" y="2566988"/>
              <a:ext cx="36474797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750" dirty="0">
                  <a:solidFill>
                    <a:srgbClr val="5A5A5A"/>
                  </a:solidFill>
                  <a:latin typeface="var(--font-sans)"/>
                  <a:ea typeface="Microsoft YaHei"/>
                  <a:cs typeface="var(--font-sans)"/>
                </a:rPr>
                <a:t>8 Benchmarks: SWE-bench Pro, Terminal-Bench 2.1 (Terminus), NL2Repo, DeepSWE, ProgramBench, MCP-Atlas, Tool-Decathlon, Humanity's Last Exam</a:t>
              </a:r>
            </a:p>
          </p:txBody>
        </p:sp>
        <p:sp>
          <p:nvSpPr>
            <p:cNvPr id="142" name="TextBox 142"/>
            <p:cNvSpPr txBox="1"/>
            <p:nvPr/>
          </p:nvSpPr>
          <p:spPr>
            <a:xfrm>
              <a:off x="971550" y="3328988"/>
              <a:ext cx="14997112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750" dirty="0">
                  <a:solidFill>
                    <a:srgbClr val="8A8A8A"/>
                  </a:solidFill>
                  <a:latin typeface="var(--font-sans)"/>
                  <a:ea typeface="Microsoft YaHei"/>
                  <a:cs typeface="var(--font-sans)"/>
                </a:rPr>
                <a:t>All models are evaluated under their maximum thinking effort</a:t>
              </a:r>
            </a:p>
          </p:txBody>
        </p:sp>
        <p:sp>
          <p:nvSpPr>
            <p:cNvPr id="143" name="TextBox 143"/>
            <p:cNvSpPr txBox="1"/>
            <p:nvPr/>
          </p:nvSpPr>
          <p:spPr>
            <a:xfrm>
              <a:off x="1527810" y="4404360"/>
              <a:ext cx="2488378" cy="853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2A2A2A"/>
                  </a:solidFill>
                  <a:latin typeface="var(--font-sans)"/>
                  <a:ea typeface="Microsoft YaHei"/>
                  <a:cs typeface="var(--font-sans)"/>
                </a:rPr>
                <a:t>GLM-5.2</a:t>
              </a:r>
            </a:p>
          </p:txBody>
        </p:sp>
        <p:sp>
          <p:nvSpPr>
            <p:cNvPr id="144" name="TextBox 144"/>
            <p:cNvSpPr txBox="1"/>
            <p:nvPr/>
          </p:nvSpPr>
          <p:spPr>
            <a:xfrm>
              <a:off x="5385435" y="4404360"/>
              <a:ext cx="2341359" cy="853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2A2A2A"/>
                  </a:solidFill>
                  <a:latin typeface="var(--font-sans)"/>
                  <a:ea typeface="Microsoft YaHei"/>
                  <a:cs typeface="var(--font-sans)"/>
                </a:rPr>
                <a:t>GLM-5.1</a:t>
              </a:r>
            </a:p>
          </p:txBody>
        </p:sp>
        <p:sp>
          <p:nvSpPr>
            <p:cNvPr id="145" name="TextBox 145"/>
            <p:cNvSpPr txBox="1"/>
            <p:nvPr/>
          </p:nvSpPr>
          <p:spPr>
            <a:xfrm>
              <a:off x="8966835" y="4404360"/>
              <a:ext cx="4634846" cy="853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2A2A2A"/>
                  </a:solidFill>
                  <a:latin typeface="var(--font-sans)"/>
                  <a:ea typeface="Microsoft YaHei"/>
                  <a:cs typeface="var(--font-sans)"/>
                </a:rPr>
                <a:t>Claude Opus 4.8</a:t>
              </a:r>
            </a:p>
          </p:txBody>
        </p:sp>
        <p:sp>
          <p:nvSpPr>
            <p:cNvPr id="146" name="TextBox 146"/>
            <p:cNvSpPr txBox="1"/>
            <p:nvPr/>
          </p:nvSpPr>
          <p:spPr>
            <a:xfrm>
              <a:off x="15339060" y="4404360"/>
              <a:ext cx="2370763" cy="853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2A2A2A"/>
                  </a:solidFill>
                  <a:latin typeface="var(--font-sans)"/>
                  <a:ea typeface="Microsoft YaHei"/>
                  <a:cs typeface="var(--font-sans)"/>
                </a:rPr>
                <a:t>GPT-5.5</a:t>
              </a:r>
            </a:p>
          </p:txBody>
        </p:sp>
        <p:sp>
          <p:nvSpPr>
            <p:cNvPr id="147" name="TextBox 147"/>
            <p:cNvSpPr txBox="1"/>
            <p:nvPr/>
          </p:nvSpPr>
          <p:spPr>
            <a:xfrm>
              <a:off x="18729960" y="4404360"/>
              <a:ext cx="4017369" cy="853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2A2A2A"/>
                  </a:solidFill>
                  <a:latin typeface="var(--font-sans)"/>
                  <a:ea typeface="Microsoft YaHei"/>
                  <a:cs typeface="var(--font-sans)"/>
                </a:rPr>
                <a:t>Gemini 3.1 Pro</a:t>
              </a:r>
            </a:p>
          </p:txBody>
        </p:sp>
        <p:sp>
          <p:nvSpPr>
            <p:cNvPr id="148" name="TextBox 148"/>
            <p:cNvSpPr txBox="1"/>
            <p:nvPr/>
          </p:nvSpPr>
          <p:spPr>
            <a:xfrm>
              <a:off x="1125416" y="8013382"/>
              <a:ext cx="1387719" cy="944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650" b="1" dirty="0">
                  <a:solidFill>
                    <a:srgbClr val="1B1B1B"/>
                  </a:solidFill>
                  <a:latin typeface="var(--font-sans)"/>
                  <a:ea typeface="Microsoft YaHei"/>
                  <a:cs typeface="var(--font-sans)"/>
                </a:rPr>
                <a:t>62.1</a:t>
              </a:r>
            </a:p>
          </p:txBody>
        </p:sp>
        <p:sp>
          <p:nvSpPr>
            <p:cNvPr id="149" name="TextBox 149"/>
            <p:cNvSpPr txBox="1"/>
            <p:nvPr/>
          </p:nvSpPr>
          <p:spPr>
            <a:xfrm>
              <a:off x="2706910" y="8365808"/>
              <a:ext cx="1482280" cy="944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650" dirty="0">
                  <a:solidFill>
                    <a:srgbClr val="1B1B1B"/>
                  </a:solidFill>
                  <a:latin typeface="var(--font-sans)"/>
                  <a:ea typeface="Microsoft YaHei"/>
                  <a:cs typeface="var(--font-sans)"/>
                </a:rPr>
                <a:t>58.4</a:t>
              </a:r>
            </a:p>
          </p:txBody>
        </p:sp>
        <p:sp>
          <p:nvSpPr>
            <p:cNvPr id="150" name="TextBox 150"/>
            <p:cNvSpPr txBox="1"/>
            <p:nvPr/>
          </p:nvSpPr>
          <p:spPr>
            <a:xfrm>
              <a:off x="4326160" y="7327582"/>
              <a:ext cx="1482280" cy="944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650" dirty="0">
                  <a:solidFill>
                    <a:srgbClr val="1B1B1B"/>
                  </a:solidFill>
                  <a:latin typeface="var(--font-sans)"/>
                  <a:ea typeface="Microsoft YaHei"/>
                  <a:cs typeface="var(--font-sans)"/>
                </a:rPr>
                <a:t>69.2</a:t>
              </a:r>
            </a:p>
          </p:txBody>
        </p:sp>
        <p:sp>
          <p:nvSpPr>
            <p:cNvPr id="151" name="TextBox 151"/>
            <p:cNvSpPr txBox="1"/>
            <p:nvPr/>
          </p:nvSpPr>
          <p:spPr>
            <a:xfrm>
              <a:off x="5926360" y="8346758"/>
              <a:ext cx="1482280" cy="944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650" dirty="0">
                  <a:solidFill>
                    <a:srgbClr val="1B1B1B"/>
                  </a:solidFill>
                  <a:latin typeface="var(--font-sans)"/>
                  <a:ea typeface="Microsoft YaHei"/>
                  <a:cs typeface="var(--font-sans)"/>
                </a:rPr>
                <a:t>58.6</a:t>
              </a:r>
            </a:p>
          </p:txBody>
        </p:sp>
        <p:sp>
          <p:nvSpPr>
            <p:cNvPr id="152" name="TextBox 152"/>
            <p:cNvSpPr txBox="1"/>
            <p:nvPr/>
          </p:nvSpPr>
          <p:spPr>
            <a:xfrm>
              <a:off x="7555135" y="8765858"/>
              <a:ext cx="1482280" cy="944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650" dirty="0">
                  <a:solidFill>
                    <a:srgbClr val="1B1B1B"/>
                  </a:solidFill>
                  <a:latin typeface="var(--font-sans)"/>
                  <a:ea typeface="Microsoft YaHei"/>
                  <a:cs typeface="var(--font-sans)"/>
                </a:rPr>
                <a:t>54.2</a:t>
              </a:r>
            </a:p>
          </p:txBody>
        </p:sp>
        <p:sp>
          <p:nvSpPr>
            <p:cNvPr id="153" name="TextBox 153"/>
            <p:cNvSpPr txBox="1"/>
            <p:nvPr/>
          </p:nvSpPr>
          <p:spPr>
            <a:xfrm>
              <a:off x="11212391" y="6203632"/>
              <a:ext cx="1387719" cy="944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650" b="1" dirty="0">
                  <a:solidFill>
                    <a:srgbClr val="1B1B1B"/>
                  </a:solidFill>
                  <a:latin typeface="var(--font-sans)"/>
                  <a:ea typeface="Microsoft YaHei"/>
                  <a:cs typeface="var(--font-sans)"/>
                </a:rPr>
                <a:t>81.0</a:t>
              </a:r>
            </a:p>
          </p:txBody>
        </p:sp>
        <p:sp>
          <p:nvSpPr>
            <p:cNvPr id="154" name="TextBox 154"/>
            <p:cNvSpPr txBox="1"/>
            <p:nvPr/>
          </p:nvSpPr>
          <p:spPr>
            <a:xfrm>
              <a:off x="12774835" y="7870508"/>
              <a:ext cx="1482280" cy="944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650" dirty="0">
                  <a:solidFill>
                    <a:srgbClr val="1B1B1B"/>
                  </a:solidFill>
                  <a:latin typeface="var(--font-sans)"/>
                  <a:ea typeface="Microsoft YaHei"/>
                  <a:cs typeface="var(--font-sans)"/>
                </a:rPr>
                <a:t>63.5</a:t>
              </a:r>
            </a:p>
          </p:txBody>
        </p:sp>
        <p:sp>
          <p:nvSpPr>
            <p:cNvPr id="155" name="TextBox 155"/>
            <p:cNvSpPr txBox="1"/>
            <p:nvPr/>
          </p:nvSpPr>
          <p:spPr>
            <a:xfrm>
              <a:off x="14403610" y="5822632"/>
              <a:ext cx="1482280" cy="944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650" dirty="0">
                  <a:solidFill>
                    <a:srgbClr val="1B1B1B"/>
                  </a:solidFill>
                  <a:latin typeface="var(--font-sans)"/>
                  <a:ea typeface="Microsoft YaHei"/>
                  <a:cs typeface="var(--font-sans)"/>
                </a:rPr>
                <a:t>85.0</a:t>
              </a:r>
            </a:p>
          </p:txBody>
        </p:sp>
        <p:sp>
          <p:nvSpPr>
            <p:cNvPr id="156" name="TextBox 156"/>
            <p:cNvSpPr txBox="1"/>
            <p:nvPr/>
          </p:nvSpPr>
          <p:spPr>
            <a:xfrm>
              <a:off x="15994285" y="5917882"/>
              <a:ext cx="1482280" cy="944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650" dirty="0">
                  <a:solidFill>
                    <a:srgbClr val="1B1B1B"/>
                  </a:solidFill>
                  <a:latin typeface="var(--font-sans)"/>
                  <a:ea typeface="Microsoft YaHei"/>
                  <a:cs typeface="var(--font-sans)"/>
                </a:rPr>
                <a:t>84.0</a:t>
              </a:r>
            </a:p>
          </p:txBody>
        </p:sp>
        <p:sp>
          <p:nvSpPr>
            <p:cNvPr id="157" name="TextBox 157"/>
            <p:cNvSpPr txBox="1"/>
            <p:nvPr/>
          </p:nvSpPr>
          <p:spPr>
            <a:xfrm>
              <a:off x="17642110" y="6870382"/>
              <a:ext cx="1482280" cy="944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650" dirty="0">
                  <a:solidFill>
                    <a:srgbClr val="1B1B1B"/>
                  </a:solidFill>
                  <a:latin typeface="var(--font-sans)"/>
                  <a:ea typeface="Microsoft YaHei"/>
                  <a:cs typeface="var(--font-sans)"/>
                </a:rPr>
                <a:t>74.0</a:t>
              </a:r>
            </a:p>
          </p:txBody>
        </p:sp>
        <p:sp>
          <p:nvSpPr>
            <p:cNvPr id="158" name="TextBox 158"/>
            <p:cNvSpPr txBox="1"/>
            <p:nvPr/>
          </p:nvSpPr>
          <p:spPr>
            <a:xfrm>
              <a:off x="21198930" y="9270682"/>
              <a:ext cx="1550489" cy="944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650" b="1" dirty="0">
                  <a:solidFill>
                    <a:srgbClr val="1B1B1B"/>
                  </a:solidFill>
                  <a:latin typeface="var(--font-sans)"/>
                  <a:ea typeface="Microsoft YaHei"/>
                  <a:cs typeface="var(--font-sans)"/>
                </a:rPr>
                <a:t>48.9</a:t>
              </a:r>
            </a:p>
          </p:txBody>
        </p:sp>
        <p:sp>
          <p:nvSpPr>
            <p:cNvPr id="159" name="TextBox 159"/>
            <p:cNvSpPr txBox="1"/>
            <p:nvPr/>
          </p:nvSpPr>
          <p:spPr>
            <a:xfrm>
              <a:off x="22861810" y="9861232"/>
              <a:ext cx="1482280" cy="944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650" dirty="0">
                  <a:solidFill>
                    <a:srgbClr val="1B1B1B"/>
                  </a:solidFill>
                  <a:latin typeface="var(--font-sans)"/>
                  <a:ea typeface="Microsoft YaHei"/>
                  <a:cs typeface="var(--font-sans)"/>
                </a:rPr>
                <a:t>42.7</a:t>
              </a:r>
            </a:p>
          </p:txBody>
        </p:sp>
        <p:sp>
          <p:nvSpPr>
            <p:cNvPr id="160" name="TextBox 160"/>
            <p:cNvSpPr txBox="1"/>
            <p:nvPr/>
          </p:nvSpPr>
          <p:spPr>
            <a:xfrm>
              <a:off x="24481060" y="7279958"/>
              <a:ext cx="1482280" cy="944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650" dirty="0">
                  <a:solidFill>
                    <a:srgbClr val="1B1B1B"/>
                  </a:solidFill>
                  <a:latin typeface="var(--font-sans)"/>
                  <a:ea typeface="Microsoft YaHei"/>
                  <a:cs typeface="var(--font-sans)"/>
                </a:rPr>
                <a:t>69.7</a:t>
              </a:r>
            </a:p>
          </p:txBody>
        </p:sp>
        <p:sp>
          <p:nvSpPr>
            <p:cNvPr id="161" name="TextBox 161"/>
            <p:cNvSpPr txBox="1"/>
            <p:nvPr/>
          </p:nvSpPr>
          <p:spPr>
            <a:xfrm>
              <a:off x="26100310" y="9099232"/>
              <a:ext cx="1482280" cy="944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650" dirty="0">
                  <a:solidFill>
                    <a:srgbClr val="1B1B1B"/>
                  </a:solidFill>
                  <a:latin typeface="var(--font-sans)"/>
                  <a:ea typeface="Microsoft YaHei"/>
                  <a:cs typeface="var(--font-sans)"/>
                </a:rPr>
                <a:t>50.7</a:t>
              </a:r>
            </a:p>
          </p:txBody>
        </p:sp>
        <p:sp>
          <p:nvSpPr>
            <p:cNvPr id="162" name="TextBox 162"/>
            <p:cNvSpPr txBox="1"/>
            <p:nvPr/>
          </p:nvSpPr>
          <p:spPr>
            <a:xfrm>
              <a:off x="27710035" y="10756582"/>
              <a:ext cx="1482280" cy="944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650" dirty="0">
                  <a:solidFill>
                    <a:srgbClr val="1B1B1B"/>
                  </a:solidFill>
                  <a:latin typeface="var(--font-sans)"/>
                  <a:ea typeface="Microsoft YaHei"/>
                  <a:cs typeface="var(--font-sans)"/>
                </a:rPr>
                <a:t>33.4</a:t>
              </a:r>
            </a:p>
          </p:txBody>
        </p:sp>
        <p:sp>
          <p:nvSpPr>
            <p:cNvPr id="163" name="TextBox 163"/>
            <p:cNvSpPr txBox="1"/>
            <p:nvPr/>
          </p:nvSpPr>
          <p:spPr>
            <a:xfrm>
              <a:off x="31285905" y="9527858"/>
              <a:ext cx="1550489" cy="944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650" b="1" dirty="0">
                  <a:solidFill>
                    <a:srgbClr val="1B1B1B"/>
                  </a:solidFill>
                  <a:latin typeface="var(--font-sans)"/>
                  <a:ea typeface="Microsoft YaHei"/>
                  <a:cs typeface="var(--font-sans)"/>
                </a:rPr>
                <a:t>46.2</a:t>
              </a:r>
            </a:p>
          </p:txBody>
        </p:sp>
        <p:sp>
          <p:nvSpPr>
            <p:cNvPr id="164" name="TextBox 164"/>
            <p:cNvSpPr txBox="1"/>
            <p:nvPr/>
          </p:nvSpPr>
          <p:spPr>
            <a:xfrm>
              <a:off x="33007244" y="12223432"/>
              <a:ext cx="1327261" cy="944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650" dirty="0">
                  <a:solidFill>
                    <a:srgbClr val="1B1B1B"/>
                  </a:solidFill>
                  <a:latin typeface="var(--font-sans)"/>
                  <a:ea typeface="Microsoft YaHei"/>
                  <a:cs typeface="var(--font-sans)"/>
                </a:rPr>
                <a:t>18.0</a:t>
              </a:r>
            </a:p>
          </p:txBody>
        </p:sp>
        <p:sp>
          <p:nvSpPr>
            <p:cNvPr id="165" name="TextBox 165"/>
            <p:cNvSpPr txBox="1"/>
            <p:nvPr/>
          </p:nvSpPr>
          <p:spPr>
            <a:xfrm>
              <a:off x="34558510" y="8403908"/>
              <a:ext cx="1482280" cy="944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650" dirty="0">
                  <a:solidFill>
                    <a:srgbClr val="1B1B1B"/>
                  </a:solidFill>
                  <a:latin typeface="var(--font-sans)"/>
                  <a:ea typeface="Microsoft YaHei"/>
                  <a:cs typeface="var(--font-sans)"/>
                </a:rPr>
                <a:t>58.0</a:t>
              </a:r>
            </a:p>
          </p:txBody>
        </p:sp>
        <p:sp>
          <p:nvSpPr>
            <p:cNvPr id="166" name="TextBox 166"/>
            <p:cNvSpPr txBox="1"/>
            <p:nvPr/>
          </p:nvSpPr>
          <p:spPr>
            <a:xfrm>
              <a:off x="36168235" y="7251382"/>
              <a:ext cx="1482280" cy="944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650" dirty="0">
                  <a:solidFill>
                    <a:srgbClr val="1B1B1B"/>
                  </a:solidFill>
                  <a:latin typeface="var(--font-sans)"/>
                  <a:ea typeface="Microsoft YaHei"/>
                  <a:cs typeface="var(--font-sans)"/>
                </a:rPr>
                <a:t>70.0</a:t>
              </a:r>
            </a:p>
          </p:txBody>
        </p:sp>
        <p:sp>
          <p:nvSpPr>
            <p:cNvPr id="167" name="TextBox 167"/>
            <p:cNvSpPr txBox="1"/>
            <p:nvPr/>
          </p:nvSpPr>
          <p:spPr>
            <a:xfrm>
              <a:off x="37855469" y="12994958"/>
              <a:ext cx="1327261" cy="944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650" dirty="0">
                  <a:solidFill>
                    <a:srgbClr val="1B1B1B"/>
                  </a:solidFill>
                  <a:latin typeface="var(--font-sans)"/>
                  <a:ea typeface="Microsoft YaHei"/>
                  <a:cs typeface="var(--font-sans)"/>
                </a:rPr>
                <a:t>10.0</a:t>
              </a:r>
            </a:p>
          </p:txBody>
        </p:sp>
        <p:sp>
          <p:nvSpPr>
            <p:cNvPr id="168" name="TextBox 168"/>
            <p:cNvSpPr txBox="1"/>
            <p:nvPr/>
          </p:nvSpPr>
          <p:spPr>
            <a:xfrm>
              <a:off x="1044030" y="17967008"/>
              <a:ext cx="1550489" cy="944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650" b="1" dirty="0">
                  <a:solidFill>
                    <a:srgbClr val="1B1B1B"/>
                  </a:solidFill>
                  <a:latin typeface="var(--font-sans)"/>
                  <a:ea typeface="Microsoft YaHei"/>
                  <a:cs typeface="var(--font-sans)"/>
                </a:rPr>
                <a:t>63.7</a:t>
              </a:r>
            </a:p>
          </p:txBody>
        </p:sp>
        <p:sp>
          <p:nvSpPr>
            <p:cNvPr id="169" name="TextBox 169"/>
            <p:cNvSpPr txBox="1"/>
            <p:nvPr/>
          </p:nvSpPr>
          <p:spPr>
            <a:xfrm>
              <a:off x="2706910" y="19195732"/>
              <a:ext cx="1482280" cy="944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650" dirty="0">
                  <a:solidFill>
                    <a:srgbClr val="1B1B1B"/>
                  </a:solidFill>
                  <a:latin typeface="var(--font-sans)"/>
                  <a:ea typeface="Microsoft YaHei"/>
                  <a:cs typeface="var(--font-sans)"/>
                </a:rPr>
                <a:t>50.9</a:t>
              </a:r>
            </a:p>
          </p:txBody>
        </p:sp>
        <p:sp>
          <p:nvSpPr>
            <p:cNvPr id="170" name="TextBox 170"/>
            <p:cNvSpPr txBox="1"/>
            <p:nvPr/>
          </p:nvSpPr>
          <p:spPr>
            <a:xfrm>
              <a:off x="4403669" y="17185958"/>
              <a:ext cx="1327261" cy="944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650" dirty="0">
                  <a:solidFill>
                    <a:srgbClr val="1B1B1B"/>
                  </a:solidFill>
                  <a:latin typeface="var(--font-sans)"/>
                  <a:ea typeface="Microsoft YaHei"/>
                  <a:cs typeface="var(--font-sans)"/>
                </a:rPr>
                <a:t>71.9</a:t>
              </a:r>
            </a:p>
          </p:txBody>
        </p:sp>
        <p:sp>
          <p:nvSpPr>
            <p:cNvPr id="171" name="TextBox 171"/>
            <p:cNvSpPr txBox="1"/>
            <p:nvPr/>
          </p:nvSpPr>
          <p:spPr>
            <a:xfrm>
              <a:off x="5926360" y="17290732"/>
              <a:ext cx="1482280" cy="944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650" dirty="0">
                  <a:solidFill>
                    <a:srgbClr val="1B1B1B"/>
                  </a:solidFill>
                  <a:latin typeface="var(--font-sans)"/>
                  <a:ea typeface="Microsoft YaHei"/>
                  <a:cs typeface="var(--font-sans)"/>
                </a:rPr>
                <a:t>70.8</a:t>
              </a:r>
            </a:p>
          </p:txBody>
        </p:sp>
        <p:sp>
          <p:nvSpPr>
            <p:cNvPr id="172" name="TextBox 172"/>
            <p:cNvSpPr txBox="1"/>
            <p:nvPr/>
          </p:nvSpPr>
          <p:spPr>
            <a:xfrm>
              <a:off x="7555135" y="20281582"/>
              <a:ext cx="1482280" cy="944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650" dirty="0">
                  <a:solidFill>
                    <a:srgbClr val="1B1B1B"/>
                  </a:solidFill>
                  <a:latin typeface="var(--font-sans)"/>
                  <a:ea typeface="Microsoft YaHei"/>
                  <a:cs typeface="var(--font-sans)"/>
                </a:rPr>
                <a:t>39.5</a:t>
              </a:r>
            </a:p>
          </p:txBody>
        </p:sp>
        <p:sp>
          <p:nvSpPr>
            <p:cNvPr id="173" name="TextBox 173"/>
            <p:cNvSpPr txBox="1"/>
            <p:nvPr/>
          </p:nvSpPr>
          <p:spPr>
            <a:xfrm>
              <a:off x="11131005" y="16700182"/>
              <a:ext cx="1550489" cy="944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650" b="1" dirty="0">
                  <a:solidFill>
                    <a:srgbClr val="1B1B1B"/>
                  </a:solidFill>
                  <a:latin typeface="var(--font-sans)"/>
                  <a:ea typeface="Microsoft YaHei"/>
                  <a:cs typeface="var(--font-sans)"/>
                </a:rPr>
                <a:t>77.0</a:t>
              </a:r>
            </a:p>
          </p:txBody>
        </p:sp>
        <p:sp>
          <p:nvSpPr>
            <p:cNvPr id="174" name="TextBox 174"/>
            <p:cNvSpPr txBox="1"/>
            <p:nvPr/>
          </p:nvSpPr>
          <p:spPr>
            <a:xfrm>
              <a:off x="12852344" y="17195482"/>
              <a:ext cx="1327261" cy="944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650" dirty="0">
                  <a:solidFill>
                    <a:srgbClr val="1B1B1B"/>
                  </a:solidFill>
                  <a:latin typeface="var(--font-sans)"/>
                  <a:ea typeface="Microsoft YaHei"/>
                  <a:cs typeface="var(--font-sans)"/>
                </a:rPr>
                <a:t>71.8</a:t>
              </a:r>
            </a:p>
          </p:txBody>
        </p:sp>
        <p:sp>
          <p:nvSpPr>
            <p:cNvPr id="175" name="TextBox 175"/>
            <p:cNvSpPr txBox="1"/>
            <p:nvPr/>
          </p:nvSpPr>
          <p:spPr>
            <a:xfrm>
              <a:off x="14403610" y="16623982"/>
              <a:ext cx="1482280" cy="944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650" dirty="0">
                  <a:solidFill>
                    <a:srgbClr val="1B1B1B"/>
                  </a:solidFill>
                  <a:latin typeface="var(--font-sans)"/>
                  <a:ea typeface="Microsoft YaHei"/>
                  <a:cs typeface="var(--font-sans)"/>
                </a:rPr>
                <a:t>77.8</a:t>
              </a:r>
            </a:p>
          </p:txBody>
        </p:sp>
        <p:sp>
          <p:nvSpPr>
            <p:cNvPr id="176" name="TextBox 176"/>
            <p:cNvSpPr txBox="1"/>
            <p:nvPr/>
          </p:nvSpPr>
          <p:spPr>
            <a:xfrm>
              <a:off x="15994285" y="16862108"/>
              <a:ext cx="1482280" cy="944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650" dirty="0">
                  <a:solidFill>
                    <a:srgbClr val="1B1B1B"/>
                  </a:solidFill>
                  <a:latin typeface="var(--font-sans)"/>
                  <a:ea typeface="Microsoft YaHei"/>
                  <a:cs typeface="var(--font-sans)"/>
                </a:rPr>
                <a:t>75.3</a:t>
              </a:r>
            </a:p>
          </p:txBody>
        </p:sp>
        <p:sp>
          <p:nvSpPr>
            <p:cNvPr id="177" name="TextBox 177"/>
            <p:cNvSpPr txBox="1"/>
            <p:nvPr/>
          </p:nvSpPr>
          <p:spPr>
            <a:xfrm>
              <a:off x="17642110" y="17443132"/>
              <a:ext cx="1482280" cy="944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650" dirty="0">
                  <a:solidFill>
                    <a:srgbClr val="1B1B1B"/>
                  </a:solidFill>
                  <a:latin typeface="var(--font-sans)"/>
                  <a:ea typeface="Microsoft YaHei"/>
                  <a:cs typeface="var(--font-sans)"/>
                </a:rPr>
                <a:t>69.2</a:t>
              </a:r>
            </a:p>
          </p:txBody>
        </p:sp>
        <p:sp>
          <p:nvSpPr>
            <p:cNvPr id="178" name="TextBox 178"/>
            <p:cNvSpPr txBox="1"/>
            <p:nvPr/>
          </p:nvSpPr>
          <p:spPr>
            <a:xfrm>
              <a:off x="21198930" y="19452908"/>
              <a:ext cx="1550489" cy="944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650" b="1" dirty="0">
                  <a:solidFill>
                    <a:srgbClr val="1B1B1B"/>
                  </a:solidFill>
                  <a:latin typeface="var(--font-sans)"/>
                  <a:ea typeface="Microsoft YaHei"/>
                  <a:cs typeface="var(--font-sans)"/>
                </a:rPr>
                <a:t>48.2</a:t>
              </a:r>
            </a:p>
          </p:txBody>
        </p:sp>
        <p:sp>
          <p:nvSpPr>
            <p:cNvPr id="179" name="TextBox 179"/>
            <p:cNvSpPr txBox="1"/>
            <p:nvPr/>
          </p:nvSpPr>
          <p:spPr>
            <a:xfrm>
              <a:off x="22861810" y="20167282"/>
              <a:ext cx="1482280" cy="944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650" dirty="0">
                  <a:solidFill>
                    <a:srgbClr val="1B1B1B"/>
                  </a:solidFill>
                  <a:latin typeface="var(--font-sans)"/>
                  <a:ea typeface="Microsoft YaHei"/>
                  <a:cs typeface="var(--font-sans)"/>
                </a:rPr>
                <a:t>40.7</a:t>
              </a:r>
            </a:p>
          </p:txBody>
        </p:sp>
        <p:sp>
          <p:nvSpPr>
            <p:cNvPr id="180" name="TextBox 180"/>
            <p:cNvSpPr txBox="1"/>
            <p:nvPr/>
          </p:nvSpPr>
          <p:spPr>
            <a:xfrm>
              <a:off x="24481060" y="18338482"/>
              <a:ext cx="1482280" cy="944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650" dirty="0">
                  <a:solidFill>
                    <a:srgbClr val="1B1B1B"/>
                  </a:solidFill>
                  <a:latin typeface="var(--font-sans)"/>
                  <a:ea typeface="Microsoft YaHei"/>
                  <a:cs typeface="var(--font-sans)"/>
                </a:rPr>
                <a:t>59.9</a:t>
              </a:r>
            </a:p>
          </p:txBody>
        </p:sp>
        <p:sp>
          <p:nvSpPr>
            <p:cNvPr id="181" name="TextBox 181"/>
            <p:cNvSpPr txBox="1"/>
            <p:nvPr/>
          </p:nvSpPr>
          <p:spPr>
            <a:xfrm>
              <a:off x="26100310" y="18748058"/>
              <a:ext cx="1482280" cy="944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650" dirty="0">
                  <a:solidFill>
                    <a:srgbClr val="1B1B1B"/>
                  </a:solidFill>
                  <a:latin typeface="var(--font-sans)"/>
                  <a:ea typeface="Microsoft YaHei"/>
                  <a:cs typeface="var(--font-sans)"/>
                </a:rPr>
                <a:t>55.6</a:t>
              </a:r>
            </a:p>
          </p:txBody>
        </p:sp>
        <p:sp>
          <p:nvSpPr>
            <p:cNvPr id="182" name="TextBox 182"/>
            <p:cNvSpPr txBox="1"/>
            <p:nvPr/>
          </p:nvSpPr>
          <p:spPr>
            <a:xfrm>
              <a:off x="27710035" y="19395758"/>
              <a:ext cx="1482280" cy="944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650" dirty="0">
                  <a:solidFill>
                    <a:srgbClr val="1B1B1B"/>
                  </a:solidFill>
                  <a:latin typeface="var(--font-sans)"/>
                  <a:ea typeface="Microsoft YaHei"/>
                  <a:cs typeface="var(--font-sans)"/>
                </a:rPr>
                <a:t>48.8</a:t>
              </a:r>
            </a:p>
          </p:txBody>
        </p:sp>
        <p:sp>
          <p:nvSpPr>
            <p:cNvPr id="183" name="TextBox 183"/>
            <p:cNvSpPr txBox="1"/>
            <p:nvPr/>
          </p:nvSpPr>
          <p:spPr>
            <a:xfrm>
              <a:off x="31285905" y="18433732"/>
              <a:ext cx="1550489" cy="944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650" b="1" dirty="0">
                  <a:solidFill>
                    <a:srgbClr val="1B1B1B"/>
                  </a:solidFill>
                  <a:latin typeface="var(--font-sans)"/>
                  <a:ea typeface="Microsoft YaHei"/>
                  <a:cs typeface="var(--font-sans)"/>
                </a:rPr>
                <a:t>54.7</a:t>
              </a:r>
            </a:p>
          </p:txBody>
        </p:sp>
        <p:sp>
          <p:nvSpPr>
            <p:cNvPr id="184" name="TextBox 184"/>
            <p:cNvSpPr txBox="1"/>
            <p:nvPr/>
          </p:nvSpPr>
          <p:spPr>
            <a:xfrm>
              <a:off x="31331678" y="19079528"/>
              <a:ext cx="1458944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dirty="0">
                  <a:solidFill>
                    <a:srgbClr val="8A8A8A"/>
                  </a:solidFill>
                  <a:latin typeface="Georgia"/>
                  <a:ea typeface="SimSun"/>
                  <a:cs typeface="Georgia"/>
                </a:rPr>
                <a:t>w/ Tools</a:t>
              </a:r>
            </a:p>
          </p:txBody>
        </p:sp>
        <p:sp>
          <p:nvSpPr>
            <p:cNvPr id="185" name="TextBox 185"/>
            <p:cNvSpPr txBox="1"/>
            <p:nvPr/>
          </p:nvSpPr>
          <p:spPr>
            <a:xfrm>
              <a:off x="31335921" y="20142518"/>
              <a:ext cx="1450457" cy="8839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350" b="1" dirty="0">
                  <a:solidFill>
                    <a:srgbClr val="FFFFFF"/>
                  </a:solidFill>
                  <a:latin typeface="var(--font-sans)"/>
                  <a:ea typeface="Microsoft YaHei"/>
                  <a:cs typeface="var(--font-sans)"/>
                </a:rPr>
                <a:t>40.5</a:t>
              </a:r>
            </a:p>
          </p:txBody>
        </p:sp>
        <p:sp>
          <p:nvSpPr>
            <p:cNvPr id="186" name="TextBox 186"/>
            <p:cNvSpPr txBox="1"/>
            <p:nvPr/>
          </p:nvSpPr>
          <p:spPr>
            <a:xfrm>
              <a:off x="32929735" y="18662332"/>
              <a:ext cx="1482280" cy="944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650" dirty="0">
                  <a:solidFill>
                    <a:srgbClr val="1B1B1B"/>
                  </a:solidFill>
                  <a:latin typeface="var(--font-sans)"/>
                  <a:ea typeface="Microsoft YaHei"/>
                  <a:cs typeface="var(--font-sans)"/>
                </a:rPr>
                <a:t>52.3</a:t>
              </a:r>
            </a:p>
          </p:txBody>
        </p:sp>
        <p:sp>
          <p:nvSpPr>
            <p:cNvPr id="187" name="TextBox 187"/>
            <p:cNvSpPr txBox="1"/>
            <p:nvPr/>
          </p:nvSpPr>
          <p:spPr>
            <a:xfrm>
              <a:off x="32941403" y="19308128"/>
              <a:ext cx="1458944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dirty="0">
                  <a:solidFill>
                    <a:srgbClr val="8A8A8A"/>
                  </a:solidFill>
                  <a:latin typeface="Georgia"/>
                  <a:ea typeface="SimSun"/>
                  <a:cs typeface="Georgia"/>
                </a:rPr>
                <a:t>w/ Tools</a:t>
              </a:r>
            </a:p>
          </p:txBody>
        </p:sp>
        <p:sp>
          <p:nvSpPr>
            <p:cNvPr id="188" name="TextBox 188"/>
            <p:cNvSpPr txBox="1"/>
            <p:nvPr/>
          </p:nvSpPr>
          <p:spPr>
            <a:xfrm>
              <a:off x="33021781" y="21056918"/>
              <a:ext cx="1298188" cy="8839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350" b="1" dirty="0">
                  <a:solidFill>
                    <a:srgbClr val="FFFFFF"/>
                  </a:solidFill>
                  <a:latin typeface="var(--font-sans)"/>
                  <a:ea typeface="Microsoft YaHei"/>
                  <a:cs typeface="var(--font-sans)"/>
                </a:rPr>
                <a:t>31.0</a:t>
              </a:r>
            </a:p>
          </p:txBody>
        </p:sp>
        <p:sp>
          <p:nvSpPr>
            <p:cNvPr id="189" name="TextBox 189"/>
            <p:cNvSpPr txBox="1"/>
            <p:nvPr/>
          </p:nvSpPr>
          <p:spPr>
            <a:xfrm>
              <a:off x="34558510" y="18128932"/>
              <a:ext cx="1482280" cy="944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650" dirty="0">
                  <a:solidFill>
                    <a:srgbClr val="1B1B1B"/>
                  </a:solidFill>
                  <a:latin typeface="var(--font-sans)"/>
                  <a:ea typeface="Microsoft YaHei"/>
                  <a:cs typeface="var(--font-sans)"/>
                </a:rPr>
                <a:t>57.9</a:t>
              </a:r>
            </a:p>
          </p:txBody>
        </p:sp>
        <p:sp>
          <p:nvSpPr>
            <p:cNvPr id="190" name="TextBox 190"/>
            <p:cNvSpPr txBox="1"/>
            <p:nvPr/>
          </p:nvSpPr>
          <p:spPr>
            <a:xfrm>
              <a:off x="34570178" y="18774728"/>
              <a:ext cx="1458944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dirty="0">
                  <a:solidFill>
                    <a:srgbClr val="8A8A8A"/>
                  </a:solidFill>
                  <a:latin typeface="Georgia"/>
                  <a:ea typeface="SimSun"/>
                  <a:cs typeface="Georgia"/>
                </a:rPr>
                <a:t>w/ Tools</a:t>
              </a:r>
            </a:p>
          </p:txBody>
        </p:sp>
        <p:sp>
          <p:nvSpPr>
            <p:cNvPr id="191" name="TextBox 191"/>
            <p:cNvSpPr txBox="1"/>
            <p:nvPr/>
          </p:nvSpPr>
          <p:spPr>
            <a:xfrm>
              <a:off x="34574421" y="19256692"/>
              <a:ext cx="1450457" cy="8839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350" b="1" dirty="0">
                  <a:solidFill>
                    <a:srgbClr val="FFFFFF"/>
                  </a:solidFill>
                  <a:latin typeface="var(--font-sans)"/>
                  <a:ea typeface="Microsoft YaHei"/>
                  <a:cs typeface="var(--font-sans)"/>
                </a:rPr>
                <a:t>49.8</a:t>
              </a:r>
            </a:p>
          </p:txBody>
        </p:sp>
        <p:sp>
          <p:nvSpPr>
            <p:cNvPr id="192" name="TextBox 192"/>
            <p:cNvSpPr txBox="1"/>
            <p:nvPr/>
          </p:nvSpPr>
          <p:spPr>
            <a:xfrm>
              <a:off x="36168235" y="18671858"/>
              <a:ext cx="1482280" cy="944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650" dirty="0">
                  <a:solidFill>
                    <a:srgbClr val="1B1B1B"/>
                  </a:solidFill>
                  <a:latin typeface="var(--font-sans)"/>
                  <a:ea typeface="Microsoft YaHei"/>
                  <a:cs typeface="var(--font-sans)"/>
                </a:rPr>
                <a:t>52.2</a:t>
              </a:r>
            </a:p>
          </p:txBody>
        </p:sp>
        <p:sp>
          <p:nvSpPr>
            <p:cNvPr id="193" name="TextBox 193"/>
            <p:cNvSpPr txBox="1"/>
            <p:nvPr/>
          </p:nvSpPr>
          <p:spPr>
            <a:xfrm>
              <a:off x="36179903" y="19317652"/>
              <a:ext cx="1458944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dirty="0">
                  <a:solidFill>
                    <a:srgbClr val="8A8A8A"/>
                  </a:solidFill>
                  <a:latin typeface="Georgia"/>
                  <a:ea typeface="SimSun"/>
                  <a:cs typeface="Georgia"/>
                </a:rPr>
                <a:t>w/ Tools</a:t>
              </a:r>
            </a:p>
          </p:txBody>
        </p:sp>
        <p:sp>
          <p:nvSpPr>
            <p:cNvPr id="194" name="TextBox 194"/>
            <p:cNvSpPr txBox="1"/>
            <p:nvPr/>
          </p:nvSpPr>
          <p:spPr>
            <a:xfrm>
              <a:off x="36260281" y="20056792"/>
              <a:ext cx="1298188" cy="8839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350" b="1" dirty="0">
                  <a:solidFill>
                    <a:srgbClr val="FFFFFF"/>
                  </a:solidFill>
                  <a:latin typeface="var(--font-sans)"/>
                  <a:ea typeface="Microsoft YaHei"/>
                  <a:cs typeface="var(--font-sans)"/>
                </a:rPr>
                <a:t>41.4</a:t>
              </a:r>
            </a:p>
          </p:txBody>
        </p:sp>
        <p:sp>
          <p:nvSpPr>
            <p:cNvPr id="195" name="TextBox 195"/>
            <p:cNvSpPr txBox="1"/>
            <p:nvPr/>
          </p:nvSpPr>
          <p:spPr>
            <a:xfrm>
              <a:off x="37855469" y="18748058"/>
              <a:ext cx="1327261" cy="944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650" dirty="0">
                  <a:solidFill>
                    <a:srgbClr val="1B1B1B"/>
                  </a:solidFill>
                  <a:latin typeface="var(--font-sans)"/>
                  <a:ea typeface="Microsoft YaHei"/>
                  <a:cs typeface="var(--font-sans)"/>
                </a:rPr>
                <a:t>51.4</a:t>
              </a:r>
            </a:p>
          </p:txBody>
        </p:sp>
        <p:sp>
          <p:nvSpPr>
            <p:cNvPr id="196" name="TextBox 196"/>
            <p:cNvSpPr txBox="1"/>
            <p:nvPr/>
          </p:nvSpPr>
          <p:spPr>
            <a:xfrm>
              <a:off x="37789628" y="19393852"/>
              <a:ext cx="1458944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dirty="0">
                  <a:solidFill>
                    <a:srgbClr val="8A8A8A"/>
                  </a:solidFill>
                  <a:latin typeface="Georgia"/>
                  <a:ea typeface="SimSun"/>
                  <a:cs typeface="Georgia"/>
                </a:rPr>
                <a:t>w/ Tools</a:t>
              </a:r>
            </a:p>
          </p:txBody>
        </p:sp>
        <p:sp>
          <p:nvSpPr>
            <p:cNvPr id="197" name="TextBox 197"/>
            <p:cNvSpPr txBox="1"/>
            <p:nvPr/>
          </p:nvSpPr>
          <p:spPr>
            <a:xfrm>
              <a:off x="37793871" y="19713892"/>
              <a:ext cx="1450457" cy="8839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350" b="1" dirty="0">
                  <a:solidFill>
                    <a:srgbClr val="FFFFFF"/>
                  </a:solidFill>
                  <a:latin typeface="var(--font-sans)"/>
                  <a:ea typeface="Microsoft YaHei"/>
                  <a:cs typeface="var(--font-sans)"/>
                </a:rPr>
                <a:t>45.0</a:t>
              </a:r>
            </a:p>
          </p:txBody>
        </p:sp>
        <p:sp>
          <p:nvSpPr>
            <p:cNvPr id="198" name="TextBox 198"/>
            <p:cNvSpPr txBox="1"/>
            <p:nvPr/>
          </p:nvSpPr>
          <p:spPr>
            <a:xfrm>
              <a:off x="3599498" y="15135225"/>
              <a:ext cx="2916555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000" dirty="0">
                  <a:solidFill>
                    <a:srgbClr val="3A3A3A"/>
                  </a:solidFill>
                  <a:latin typeface="var(--font-sans)"/>
                  <a:ea typeface="Microsoft YaHei"/>
                  <a:cs typeface="var(--font-sans)"/>
                </a:rPr>
                <a:t>SWE-bench Pro</a:t>
              </a:r>
            </a:p>
          </p:txBody>
        </p:sp>
        <p:sp>
          <p:nvSpPr>
            <p:cNvPr id="199" name="TextBox 199"/>
            <p:cNvSpPr txBox="1"/>
            <p:nvPr/>
          </p:nvSpPr>
          <p:spPr>
            <a:xfrm>
              <a:off x="13286422" y="15135225"/>
              <a:ext cx="3716655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000" dirty="0">
                  <a:solidFill>
                    <a:srgbClr val="3A3A3A"/>
                  </a:solidFill>
                  <a:latin typeface="var(--font-sans)"/>
                  <a:ea typeface="Microsoft YaHei"/>
                  <a:cs typeface="var(--font-sans)"/>
                </a:rPr>
                <a:t>Terminal-Bench 2.1</a:t>
              </a:r>
            </a:p>
          </p:txBody>
        </p:sp>
        <p:sp>
          <p:nvSpPr>
            <p:cNvPr id="200" name="TextBox 200"/>
            <p:cNvSpPr txBox="1"/>
            <p:nvPr/>
          </p:nvSpPr>
          <p:spPr>
            <a:xfrm>
              <a:off x="24404479" y="15135225"/>
              <a:ext cx="1616393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000" dirty="0">
                  <a:solidFill>
                    <a:srgbClr val="3A3A3A"/>
                  </a:solidFill>
                  <a:latin typeface="var(--font-sans)"/>
                  <a:ea typeface="Microsoft YaHei"/>
                  <a:cs typeface="var(--font-sans)"/>
                </a:rPr>
                <a:t>NL2Repo</a:t>
              </a:r>
            </a:p>
          </p:txBody>
        </p:sp>
        <p:sp>
          <p:nvSpPr>
            <p:cNvPr id="201" name="TextBox 201"/>
            <p:cNvSpPr txBox="1"/>
            <p:nvPr/>
          </p:nvSpPr>
          <p:spPr>
            <a:xfrm>
              <a:off x="34441924" y="15135225"/>
              <a:ext cx="1696402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000" dirty="0">
                  <a:solidFill>
                    <a:srgbClr val="3A3A3A"/>
                  </a:solidFill>
                  <a:latin typeface="var(--font-sans)"/>
                  <a:ea typeface="Microsoft YaHei"/>
                  <a:cs typeface="var(--font-sans)"/>
                </a:rPr>
                <a:t>DeepSWE</a:t>
              </a:r>
            </a:p>
          </p:txBody>
        </p:sp>
        <p:sp>
          <p:nvSpPr>
            <p:cNvPr id="202" name="TextBox 202"/>
            <p:cNvSpPr txBox="1"/>
            <p:nvPr/>
          </p:nvSpPr>
          <p:spPr>
            <a:xfrm>
              <a:off x="3659505" y="25250775"/>
              <a:ext cx="2796540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000" dirty="0">
                  <a:solidFill>
                    <a:srgbClr val="3A3A3A"/>
                  </a:solidFill>
                  <a:latin typeface="var(--font-sans)"/>
                  <a:ea typeface="Microsoft YaHei"/>
                  <a:cs typeface="var(--font-sans)"/>
                </a:rPr>
                <a:t>ProgramBench</a:t>
              </a:r>
            </a:p>
          </p:txBody>
        </p:sp>
        <p:sp>
          <p:nvSpPr>
            <p:cNvPr id="203" name="TextBox 203"/>
            <p:cNvSpPr txBox="1"/>
            <p:nvPr/>
          </p:nvSpPr>
          <p:spPr>
            <a:xfrm>
              <a:off x="14126528" y="25250775"/>
              <a:ext cx="2036445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000" dirty="0">
                  <a:solidFill>
                    <a:srgbClr val="3A3A3A"/>
                  </a:solidFill>
                  <a:latin typeface="var(--font-sans)"/>
                  <a:ea typeface="Microsoft YaHei"/>
                  <a:cs typeface="var(--font-sans)"/>
                </a:rPr>
                <a:t>MCP-Atlas</a:t>
              </a:r>
            </a:p>
          </p:txBody>
        </p:sp>
        <p:sp>
          <p:nvSpPr>
            <p:cNvPr id="204" name="TextBox 204"/>
            <p:cNvSpPr txBox="1"/>
            <p:nvPr/>
          </p:nvSpPr>
          <p:spPr>
            <a:xfrm>
              <a:off x="23734395" y="25250775"/>
              <a:ext cx="2956560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000" dirty="0">
                  <a:solidFill>
                    <a:srgbClr val="3A3A3A"/>
                  </a:solidFill>
                  <a:latin typeface="var(--font-sans)"/>
                  <a:ea typeface="Microsoft YaHei"/>
                  <a:cs typeface="var(--font-sans)"/>
                </a:rPr>
                <a:t>Tool-Decathlon</a:t>
              </a:r>
            </a:p>
          </p:txBody>
        </p:sp>
        <p:sp>
          <p:nvSpPr>
            <p:cNvPr id="205" name="TextBox 205"/>
            <p:cNvSpPr txBox="1"/>
            <p:nvPr/>
          </p:nvSpPr>
          <p:spPr>
            <a:xfrm>
              <a:off x="33121759" y="25250775"/>
              <a:ext cx="4336732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000" dirty="0">
                  <a:solidFill>
                    <a:srgbClr val="3A3A3A"/>
                  </a:solidFill>
                  <a:latin typeface="var(--font-sans)"/>
                  <a:ea typeface="Microsoft YaHei"/>
                  <a:cs typeface="var(--font-sans)"/>
                </a:rPr>
                <a:t>Humanity's Last Exam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