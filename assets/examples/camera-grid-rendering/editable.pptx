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7449800" cy="145065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cd717a106861c8b.png"/>
  <Relationship Id="rId3" Type="http://schemas.openxmlformats.org/officeDocument/2006/relationships/image" Target="../media/image_8a8a304abe98147a.png"/>
  <Relationship Id="rId4" Type="http://schemas.openxmlformats.org/officeDocument/2006/relationships/image" Target="../media/image_36df06173d694c58.png"/>
  <Relationship Id="rId5" Type="http://schemas.openxmlformats.org/officeDocument/2006/relationships/image" Target="../media/image_d75a4f4d3cc7467b.png"/>
  <Relationship Id="rId6" Type="http://schemas.openxmlformats.org/officeDocument/2006/relationships/image" Target="../media/image_bf84e05bc0bdbf61.png"/>
  <Relationship Id="rId7" Type="http://schemas.openxmlformats.org/officeDocument/2006/relationships/image" Target="../media/image_a34fdabe2f461d1b.png"/>
  <Relationship Id="rId8" Type="http://schemas.openxmlformats.org/officeDocument/2006/relationships/image" Target="../media/image_f0ad9eb3a37e9f32.png"/>
  <Relationship Id="rId9" Type="http://schemas.openxmlformats.org/officeDocument/2006/relationships/image" Target="../media/image_274dec6d536ef749.png"/>
  <Relationship Id="rId10" Type="http://schemas.openxmlformats.org/officeDocument/2006/relationships/image" Target="../media/image_b9e143a9c1519310.png"/>
  <Relationship Id="rId11" Type="http://schemas.openxmlformats.org/officeDocument/2006/relationships/image" Target="../media/image_ad65a3c9f0237f53.png"/>
  <Relationship Id="rId12" Type="http://schemas.openxmlformats.org/officeDocument/2006/relationships/image" Target="../media/image_60599d1c389aa97e.png"/>
  <Relationship Id="rId13" Type="http://schemas.openxmlformats.org/officeDocument/2006/relationships/image" Target="../media/image_234de69f523b51c6.png"/>
  <Relationship Id="rId14" Type="http://schemas.openxmlformats.org/officeDocument/2006/relationships/image" Target="../media/image_93f469c3da3e5fd1.png"/>
  <Relationship Id="rId15" Type="http://schemas.openxmlformats.org/officeDocument/2006/relationships/image" Target="../media/image_21128bf65ff94294.png"/>
  <Relationship Id="rId16" Type="http://schemas.openxmlformats.org/officeDocument/2006/relationships/image" Target="../media/image_6f0dc52c1c16aa4c.png"/>
  <Relationship Id="rId17" Type="http://schemas.openxmlformats.org/officeDocument/2006/relationships/image" Target="../media/image_f894509850c9e3a8.png"/>
  <Relationship Id="rId18" Type="http://schemas.openxmlformats.org/officeDocument/2006/relationships/image" Target="../media/image_1a60b2b01548f562.png"/>
  <Relationship Id="rId19" Type="http://schemas.openxmlformats.org/officeDocument/2006/relationships/image" Target="../media/image_8ed35b8b7e78ea62.png"/>
  <Relationship Id="rId20" Type="http://schemas.openxmlformats.org/officeDocument/2006/relationships/image" Target="../media/image_df2a05bfea5b5f18.png"/>
  <Relationship Id="rId21" Type="http://schemas.openxmlformats.org/officeDocument/2006/relationships/image" Target="../media/image_99b452092376f9db.png"/>
  <Relationship Id="rId22" Type="http://schemas.openxmlformats.org/officeDocument/2006/relationships/image" Target="../media/image_a86ff3dd426e2f17.png"/>
  <Relationship Id="rId23" Type="http://schemas.openxmlformats.org/officeDocument/2006/relationships/image" Target="../media/image_24f0eb9893097786.png"/>
  <Relationship Id="rId24" Type="http://schemas.openxmlformats.org/officeDocument/2006/relationships/image" Target="../media/image_bb7519692be00db4.png"/>
  <Relationship Id="rId25" Type="http://schemas.openxmlformats.org/officeDocument/2006/relationships/image" Target="../media/image_9702c56d794501e2.png"/>
  <Relationship Id="rId26" Type="http://schemas.openxmlformats.org/officeDocument/2006/relationships/image" Target="../media/image_4d0b4a2dfc27aeb1.pn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449800" cy="14506575"/>
          </a:xfrm>
          <a:prstGeom prst="rect">
            <a:avLst/>
          </a:prstGeom>
          <a:solidFill>
            <a:srgbClr val="FDF8F5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38100" y="38100"/>
            <a:ext cx="17373600" cy="14430375"/>
            <a:chOff x="38100" y="38100"/>
            <a:chExt cx="17373600" cy="14430375"/>
          </a:xfrm>
        </p:grpSpPr>
        <p:sp>
          <p:nvSpPr>
            <p:cNvPr id="3" name="Rectangle 3"/>
            <p:cNvSpPr/>
            <p:nvPr/>
          </p:nvSpPr>
          <p:spPr>
            <a:xfrm>
              <a:off x="38100" y="38100"/>
              <a:ext cx="17373600" cy="3086100"/>
            </a:xfrm>
            <a:prstGeom prst="rect">
              <a:avLst/>
            </a:prstGeom>
            <a:solidFill>
              <a:srgbClr val="FDF8F5"/>
            </a:solidFill>
            <a:ln w="19050">
              <a:solidFill>
                <a:srgbClr val="B8B8B8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38100" y="3133725"/>
              <a:ext cx="17373600" cy="6000750"/>
            </a:xfrm>
            <a:prstGeom prst="rect">
              <a:avLst/>
            </a:prstGeom>
            <a:solidFill>
              <a:srgbClr val="FFFAF1"/>
            </a:solidFill>
            <a:ln w="19050">
              <a:solidFill>
                <a:srgbClr val="B8B8B8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38100" y="9144000"/>
              <a:ext cx="17373600" cy="5324475"/>
            </a:xfrm>
            <a:prstGeom prst="rect">
              <a:avLst/>
            </a:prstGeom>
            <a:solidFill>
              <a:srgbClr val="EEFAFF"/>
            </a:solidFill>
            <a:ln w="19050">
              <a:solidFill>
                <a:srgbClr val="8DA4AE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4972050" y="800100"/>
              <a:ext cx="1838325" cy="2085975"/>
            </a:xfrm>
            <a:prstGeom prst="roundRect">
              <a:avLst>
                <a:gd name="adj" fmla="val 15544"/>
              </a:avLst>
            </a:prstGeom>
            <a:solidFill>
              <a:srgbClr val="F3F3F3"/>
            </a:solidFill>
            <a:ln w="19050">
              <a:solidFill>
                <a:srgbClr val="6B9BCA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0134600" y="1200150"/>
              <a:ext cx="2428875" cy="1181100"/>
            </a:xfrm>
            <a:prstGeom prst="roundRect">
              <a:avLst>
                <a:gd name="adj" fmla="val 9677"/>
              </a:avLst>
            </a:prstGeom>
            <a:solidFill>
              <a:srgbClr val="FFFDF8"/>
            </a:solidFill>
            <a:ln w="19050">
              <a:solidFill>
                <a:srgbClr val="B7D1F4"/>
              </a:solidFill>
              <a:custDash>
                <a:ds d="300000" sp="200000"/>
              </a:custDash>
            </a:ln>
          </p:spPr>
        </p:sp>
        <p:sp>
          <p:nvSpPr>
            <p:cNvPr id="8" name="Rectangle 8"/>
            <p:cNvSpPr/>
            <p:nvPr/>
          </p:nvSpPr>
          <p:spPr>
            <a:xfrm>
              <a:off x="152400" y="3438525"/>
              <a:ext cx="2781300" cy="5638800"/>
            </a:xfrm>
            <a:prstGeom prst="roundRect">
              <a:avLst>
                <a:gd name="adj" fmla="val 10959"/>
              </a:avLst>
            </a:prstGeom>
            <a:solidFill>
              <a:srgbClr val="FFFDF8"/>
            </a:solidFill>
            <a:ln w="19050">
              <a:solidFill>
                <a:srgbClr val="DDDDDD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3571875" y="3457575"/>
              <a:ext cx="4143375" cy="5610225"/>
            </a:xfrm>
            <a:prstGeom prst="roundRect">
              <a:avLst>
                <a:gd name="adj" fmla="val 10115"/>
              </a:avLst>
            </a:prstGeom>
            <a:solidFill>
              <a:srgbClr val="FFF8E4"/>
            </a:solidFill>
            <a:ln w="19050">
              <a:solidFill>
                <a:srgbClr val="FFD760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3182600" y="4467225"/>
              <a:ext cx="600075" cy="4286250"/>
            </a:xfrm>
            <a:prstGeom prst="rect">
              <a:avLst/>
            </a:prstGeom>
            <a:solidFill>
              <a:srgbClr val="EDF7FF"/>
            </a:solidFill>
            <a:ln w="19050">
              <a:solidFill>
                <a:srgbClr val="9EC5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9258300" y="7943850"/>
              <a:ext cx="2114550" cy="1038225"/>
            </a:xfrm>
            <a:prstGeom prst="roundRect">
              <a:avLst>
                <a:gd name="adj" fmla="val 11009"/>
              </a:avLst>
            </a:prstGeom>
            <a:solidFill>
              <a:srgbClr val="F8F8F8"/>
            </a:solidFill>
            <a:ln w="19050">
              <a:solidFill>
                <a:srgbClr val="C6C6C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95275" y="10039350"/>
              <a:ext cx="2028825" cy="1171575"/>
            </a:xfrm>
            <a:prstGeom prst="roundRect">
              <a:avLst>
                <a:gd name="adj" fmla="val 13821"/>
              </a:avLst>
            </a:prstGeom>
            <a:solidFill>
              <a:srgbClr val="FBF8FF"/>
            </a:solidFill>
            <a:ln w="38100">
              <a:solidFill>
                <a:srgbClr val="7B45B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95275" y="11601450"/>
              <a:ext cx="2028825" cy="1171575"/>
            </a:xfrm>
            <a:prstGeom prst="roundRect">
              <a:avLst>
                <a:gd name="adj" fmla="val 13821"/>
              </a:avLst>
            </a:prstGeom>
            <a:solidFill>
              <a:srgbClr val="FBFDFF"/>
            </a:solidFill>
            <a:ln w="38100">
              <a:solidFill>
                <a:srgbClr val="0F376F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95275" y="13220700"/>
              <a:ext cx="2028825" cy="1171575"/>
            </a:xfrm>
            <a:prstGeom prst="roundRect">
              <a:avLst>
                <a:gd name="adj" fmla="val 13821"/>
              </a:avLst>
            </a:prstGeom>
            <a:solidFill>
              <a:srgbClr val="FAFFF7"/>
            </a:solidFill>
            <a:ln w="38100">
              <a:solidFill>
                <a:srgbClr val="4C8750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505325" y="9658350"/>
              <a:ext cx="1476375" cy="742950"/>
            </a:xfrm>
            <a:prstGeom prst="roundRect">
              <a:avLst>
                <a:gd name="adj" fmla="val 10256"/>
              </a:avLst>
            </a:prstGeom>
            <a:solidFill>
              <a:srgbClr val="FBF0FF"/>
            </a:solidFill>
            <a:ln w="28575">
              <a:solidFill>
                <a:srgbClr val="E265C9"/>
              </a:solidFill>
              <a:custDash>
                <a:ds d="266666" sp="200000"/>
              </a:custDash>
            </a:ln>
          </p:spPr>
        </p:sp>
        <p:sp>
          <p:nvSpPr>
            <p:cNvPr id="16" name="Rectangle 16"/>
            <p:cNvSpPr/>
            <p:nvPr/>
          </p:nvSpPr>
          <p:spPr>
            <a:xfrm>
              <a:off x="4505325" y="10925175"/>
              <a:ext cx="1476375" cy="742950"/>
            </a:xfrm>
            <a:prstGeom prst="roundRect">
              <a:avLst>
                <a:gd name="adj" fmla="val 10256"/>
              </a:avLst>
            </a:prstGeom>
            <a:solidFill>
              <a:srgbClr val="FBF0FF"/>
            </a:solidFill>
            <a:ln w="28575">
              <a:solidFill>
                <a:srgbClr val="E265C9"/>
              </a:solidFill>
              <a:custDash>
                <a:ds d="266666" sp="200000"/>
              </a:custDash>
            </a:ln>
          </p:spPr>
        </p:sp>
        <p:sp>
          <p:nvSpPr>
            <p:cNvPr id="17" name="Rectangle 17"/>
            <p:cNvSpPr/>
            <p:nvPr/>
          </p:nvSpPr>
          <p:spPr>
            <a:xfrm>
              <a:off x="6915150" y="10077450"/>
              <a:ext cx="1343025" cy="990600"/>
            </a:xfrm>
            <a:prstGeom prst="roundRect">
              <a:avLst>
                <a:gd name="adj" fmla="val 9615"/>
              </a:avLst>
            </a:prstGeom>
            <a:solidFill>
              <a:srgbClr val="FFF7EF"/>
            </a:solidFill>
            <a:ln w="28575">
              <a:solidFill>
                <a:srgbClr val="F6BD8D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781800" y="9572625"/>
              <a:ext cx="4400550" cy="2038350"/>
            </a:xfrm>
            <a:prstGeom prst="rect">
              <a:avLst/>
            </a:prstGeom>
            <a:solidFill>
              <a:srgbClr val="F5FBFF"/>
            </a:solidFill>
            <a:ln w="19050">
              <a:solidFill>
                <a:srgbClr val="D7D7D7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877300" y="10353675"/>
              <a:ext cx="2028825" cy="676275"/>
            </a:xfrm>
            <a:prstGeom prst="roundRect">
              <a:avLst>
                <a:gd name="adj" fmla="val 12676"/>
              </a:avLst>
            </a:prstGeom>
            <a:solidFill>
              <a:srgbClr val="EFFAFF"/>
            </a:solidFill>
            <a:ln w="38100">
              <a:solidFill>
                <a:srgbClr val="0F568F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53325" y="12792075"/>
              <a:ext cx="2705100" cy="1171575"/>
            </a:xfrm>
            <a:prstGeom prst="roundRect">
              <a:avLst>
                <a:gd name="adj" fmla="val 12195"/>
              </a:avLst>
            </a:prstGeom>
            <a:solidFill>
              <a:srgbClr val="FFF7F2"/>
            </a:solidFill>
            <a:ln w="19050">
              <a:solidFill>
                <a:srgbClr val="C8C8C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1458575" y="9563100"/>
              <a:ext cx="5800725" cy="2790825"/>
            </a:xfrm>
            <a:prstGeom prst="roundRect">
              <a:avLst>
                <a:gd name="adj" fmla="val 8874"/>
              </a:avLst>
            </a:prstGeom>
            <a:solidFill>
              <a:srgbClr val="FFF9F4"/>
            </a:solidFill>
            <a:ln w="28575">
              <a:solidFill>
                <a:srgbClr val="FFC89D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4049375" y="11610975"/>
              <a:ext cx="971550" cy="657225"/>
            </a:xfrm>
            <a:prstGeom prst="roundRect">
              <a:avLst>
                <a:gd name="adj" fmla="val 14493"/>
              </a:avLst>
            </a:prstGeom>
            <a:solidFill>
              <a:srgbClr val="FFE3CC"/>
            </a:solidFill>
            <a:ln w="28575">
              <a:solidFill>
                <a:srgbClr val="F26C2B"/>
              </a:solidFill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314325" y="695325"/>
            <a:ext cx="16964025" cy="13639800"/>
            <a:chOff x="314325" y="695325"/>
            <a:chExt cx="16964025" cy="13639800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4325" y="695325"/>
              <a:ext cx="1838325" cy="1038225"/>
            </a:xfrm>
            <a:prstGeom prst="rect">
              <a:avLst/>
            </a:prstGeom>
          </p:spPr>
        </p:pic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2675" y="695325"/>
              <a:ext cx="1838325" cy="1038225"/>
            </a:xfrm>
            <a:prstGeom prst="rect">
              <a:avLst/>
            </a:prstGeom>
          </p:spPr>
        </p:pic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3850" y="1971675"/>
              <a:ext cx="1838325" cy="1038225"/>
            </a:xfrm>
            <a:prstGeom prst="rect">
              <a:avLst/>
            </a:prstGeom>
          </p:spPr>
        </p:pic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62200" y="1971675"/>
              <a:ext cx="1838325" cy="1038225"/>
            </a:xfrm>
            <a:prstGeom prst="rect">
              <a:avLst/>
            </a:prstGeom>
          </p:spPr>
        </p:pic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34300" y="1085850"/>
              <a:ext cx="1952625" cy="1524000"/>
            </a:xfrm>
            <a:prstGeom prst="rect">
              <a:avLst/>
            </a:prstGeom>
          </p:spPr>
        </p:pic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382625" y="695325"/>
              <a:ext cx="1838325" cy="1038225"/>
            </a:xfrm>
            <a:prstGeom prst="rect">
              <a:avLst/>
            </a:prstGeom>
          </p:spPr>
        </p:pic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5420975" y="695325"/>
              <a:ext cx="1838325" cy="1038225"/>
            </a:xfrm>
            <a:prstGeom prst="rect">
              <a:avLst/>
            </a:prstGeom>
          </p:spPr>
        </p:pic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3382625" y="1971675"/>
              <a:ext cx="1838325" cy="1038225"/>
            </a:xfrm>
            <a:prstGeom prst="rect">
              <a:avLst/>
            </a:prstGeom>
          </p:spPr>
        </p:pic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5420975" y="1971675"/>
              <a:ext cx="1838325" cy="1038225"/>
            </a:xfrm>
            <a:prstGeom prst="rect">
              <a:avLst/>
            </a:prstGeom>
          </p:spPr>
        </p:pic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28625" y="4067175"/>
              <a:ext cx="2314575" cy="1314450"/>
            </a:xfrm>
            <a:prstGeom prst="rect">
              <a:avLst/>
            </a:prstGeom>
          </p:spPr>
        </p:pic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1475" y="5772150"/>
              <a:ext cx="2419350" cy="1266825"/>
            </a:xfrm>
            <a:prstGeom prst="rect">
              <a:avLst/>
            </a:prstGeom>
          </p:spPr>
        </p:pic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71475" y="7515225"/>
              <a:ext cx="2476500" cy="1266825"/>
            </a:xfrm>
            <a:prstGeom prst="rect">
              <a:avLst/>
            </a:prstGeom>
          </p:spPr>
        </p:pic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5220950" y="3962400"/>
              <a:ext cx="1838325" cy="1066800"/>
            </a:xfrm>
            <a:prstGeom prst="rect">
              <a:avLst/>
            </a:prstGeom>
          </p:spPr>
        </p:pic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5220950" y="5238750"/>
              <a:ext cx="1838325" cy="1066800"/>
            </a:xfrm>
            <a:prstGeom prst="rect">
              <a:avLst/>
            </a:prstGeom>
          </p:spPr>
        </p:pic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5220950" y="6534150"/>
              <a:ext cx="1838325" cy="1066800"/>
            </a:xfrm>
            <a:prstGeom prst="rect">
              <a:avLst/>
            </a:prstGeom>
          </p:spPr>
        </p:pic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5220950" y="7839075"/>
              <a:ext cx="1838325" cy="1066800"/>
            </a:xfrm>
            <a:prstGeom prst="rect">
              <a:avLst/>
            </a:prstGeom>
          </p:spPr>
        </p:pic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43350" y="12553950"/>
              <a:ext cx="2238375" cy="1209675"/>
            </a:xfrm>
            <a:prstGeom prst="rect">
              <a:avLst/>
            </a:prstGeom>
          </p:spPr>
        </p:pic>
        <p:pic>
          <p:nvPicPr>
            <p:cNvPr id="41" name="Image 41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19100" y="13420725"/>
              <a:ext cx="571500" cy="590550"/>
            </a:xfrm>
            <a:prstGeom prst="rect">
              <a:avLst/>
            </a:prstGeom>
          </p:spPr>
        </p:pic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1896725" y="12725400"/>
              <a:ext cx="1133475" cy="1609725"/>
            </a:xfrm>
            <a:prstGeom prst="rect">
              <a:avLst/>
            </a:prstGeom>
          </p:spPr>
        </p:pic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3373100" y="12725400"/>
              <a:ext cx="1133475" cy="1609725"/>
            </a:xfrm>
            <a:prstGeom prst="rect">
              <a:avLst/>
            </a:prstGeom>
          </p:spPr>
        </p:pic>
        <p:pic>
          <p:nvPicPr>
            <p:cNvPr id="44" name="Image 44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4649450" y="12725400"/>
              <a:ext cx="1133475" cy="1609725"/>
            </a:xfrm>
            <a:prstGeom prst="rect">
              <a:avLst/>
            </a:prstGeom>
          </p:spPr>
        </p:pic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6144875" y="12725400"/>
              <a:ext cx="1133475" cy="1609725"/>
            </a:xfrm>
            <a:prstGeom prst="rect">
              <a:avLst/>
            </a:prstGeom>
          </p:spPr>
        </p:pic>
        <p:pic>
          <p:nvPicPr>
            <p:cNvPr id="46" name="Image 46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5133975" y="1200150"/>
              <a:ext cx="457200" cy="466725"/>
            </a:xfrm>
            <a:prstGeom prst="rect">
              <a:avLst/>
            </a:prstGeom>
          </p:spPr>
        </p:pic>
        <p:pic>
          <p:nvPicPr>
            <p:cNvPr id="47" name="Image 47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3876675" y="4410075"/>
              <a:ext cx="409575" cy="457200"/>
            </a:xfrm>
            <a:prstGeom prst="rect">
              <a:avLst/>
            </a:prstGeom>
          </p:spPr>
        </p:pic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3876675" y="6048375"/>
              <a:ext cx="409575" cy="457200"/>
            </a:xfrm>
            <a:prstGeom prst="rect">
              <a:avLst/>
            </a:prstGeom>
          </p:spPr>
        </p:pic>
      </p:grpSp>
      <p:grpSp>
        <p:nvGrpSpPr>
          <p:cNvPr id="109" name="Group 109"/>
          <p:cNvGrpSpPr/>
          <p:nvPr/>
        </p:nvGrpSpPr>
        <p:grpSpPr>
          <a:xfrm>
            <a:off x="152400" y="695325"/>
            <a:ext cx="17106900" cy="13696950"/>
            <a:chOff x="152400" y="695325"/>
            <a:chExt cx="17106900" cy="13696950"/>
          </a:xfrm>
        </p:grpSpPr>
        <p:sp>
          <p:nvSpPr>
            <p:cNvPr id="50" name="Rectangle 50"/>
            <p:cNvSpPr/>
            <p:nvPr/>
          </p:nvSpPr>
          <p:spPr>
            <a:xfrm>
              <a:off x="4972050" y="800100"/>
              <a:ext cx="1838325" cy="2085975"/>
            </a:xfrm>
            <a:prstGeom prst="roundRect">
              <a:avLst>
                <a:gd name="adj" fmla="val 15544"/>
              </a:avLst>
            </a:prstGeom>
            <a:noFill/>
            <a:ln w="19050">
              <a:solidFill>
                <a:srgbClr val="6B9BC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620000" y="695325"/>
              <a:ext cx="2409825" cy="2247900"/>
            </a:xfrm>
            <a:prstGeom prst="roundRect">
              <a:avLst>
                <a:gd name="adj" fmla="val 5085"/>
              </a:avLst>
            </a:prstGeom>
            <a:noFill/>
            <a:ln w="19050">
              <a:solidFill>
                <a:srgbClr val="D5D5D5"/>
              </a:solidFill>
              <a:custDash>
                <a:ds d="300000" sp="200000"/>
              </a:custDash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134600" y="1200150"/>
              <a:ext cx="2428875" cy="1181100"/>
            </a:xfrm>
            <a:prstGeom prst="roundRect">
              <a:avLst>
                <a:gd name="adj" fmla="val 9677"/>
              </a:avLst>
            </a:prstGeom>
            <a:noFill/>
            <a:ln w="19050">
              <a:solidFill>
                <a:srgbClr val="B7D1F4"/>
              </a:solidFill>
              <a:custDash>
                <a:ds d="300000" sp="200000"/>
              </a:custDash>
            </a:ln>
          </p:spPr>
        </p:sp>
        <p:sp>
          <p:nvSpPr>
            <p:cNvPr id="53" name="Rectangle 53"/>
            <p:cNvSpPr/>
            <p:nvPr/>
          </p:nvSpPr>
          <p:spPr>
            <a:xfrm>
              <a:off x="152400" y="3438525"/>
              <a:ext cx="2781300" cy="5638800"/>
            </a:xfrm>
            <a:prstGeom prst="roundRect">
              <a:avLst>
                <a:gd name="adj" fmla="val 10959"/>
              </a:avLst>
            </a:prstGeom>
            <a:noFill/>
            <a:ln w="19050">
              <a:solidFill>
                <a:srgbClr val="DDDDDD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3571875" y="3457575"/>
              <a:ext cx="4143375" cy="5610225"/>
            </a:xfrm>
            <a:prstGeom prst="roundRect">
              <a:avLst>
                <a:gd name="adj" fmla="val 10115"/>
              </a:avLst>
            </a:prstGeom>
            <a:noFill/>
            <a:ln w="19050">
              <a:solidFill>
                <a:srgbClr val="FFD760"/>
              </a:solidFill>
            </a:ln>
          </p:spPr>
        </p:sp>
        <p:sp>
          <p:nvSpPr>
            <p:cNvPr id="55" name="Polygon 55"/>
            <p:cNvSpPr/>
            <p:nvPr/>
          </p:nvSpPr>
          <p:spPr>
            <a:xfrm>
              <a:off x="3838575" y="4276725"/>
              <a:ext cx="1257300" cy="1285875"/>
            </a:xfrm>
            <a:custGeom>
              <a:avLst/>
              <a:gdLst/>
              <a:ahLst/>
              <a:cxnLst/>
              <a:rect l="l" t="t" r="r" b="b"/>
              <a:pathLst>
                <a:path w="1257300" h="1285875">
                  <a:moveTo>
                    <a:pt x="0" y="0"/>
                  </a:moveTo>
                  <a:lnTo>
                    <a:pt x="1257300" y="314325"/>
                  </a:lnTo>
                  <a:lnTo>
                    <a:pt x="1257300" y="990600"/>
                  </a:lnTo>
                  <a:lnTo>
                    <a:pt x="0" y="1285875"/>
                  </a:lnTo>
                  <a:close/>
                </a:path>
              </a:pathLst>
            </a:custGeom>
            <a:solidFill>
              <a:srgbClr val="F7F7F7"/>
            </a:solidFill>
            <a:ln w="19050">
              <a:solidFill>
                <a:srgbClr val="B5B5B5"/>
              </a:solidFill>
            </a:ln>
          </p:spPr>
        </p:sp>
        <p:sp>
          <p:nvSpPr>
            <p:cNvPr id="56" name="Polygon 56"/>
            <p:cNvSpPr/>
            <p:nvPr/>
          </p:nvSpPr>
          <p:spPr>
            <a:xfrm>
              <a:off x="3838575" y="5934075"/>
              <a:ext cx="1257300" cy="1266825"/>
            </a:xfrm>
            <a:custGeom>
              <a:avLst/>
              <a:gdLst/>
              <a:ahLst/>
              <a:cxnLst/>
              <a:rect l="l" t="t" r="r" b="b"/>
              <a:pathLst>
                <a:path w="1257300" h="1266825">
                  <a:moveTo>
                    <a:pt x="0" y="0"/>
                  </a:moveTo>
                  <a:lnTo>
                    <a:pt x="1257300" y="314325"/>
                  </a:lnTo>
                  <a:lnTo>
                    <a:pt x="1257300" y="990600"/>
                  </a:lnTo>
                  <a:lnTo>
                    <a:pt x="0" y="1266825"/>
                  </a:lnTo>
                  <a:close/>
                </a:path>
              </a:pathLst>
            </a:custGeom>
            <a:solidFill>
              <a:srgbClr val="F7F7F7"/>
            </a:solidFill>
            <a:ln w="19050">
              <a:solidFill>
                <a:srgbClr val="B5B5B5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5857875" y="4905375"/>
              <a:ext cx="1476375" cy="542925"/>
            </a:xfrm>
            <a:prstGeom prst="rect">
              <a:avLst/>
            </a:prstGeom>
            <a:solidFill>
              <a:srgbClr val="BDE9FF"/>
            </a:solidFill>
            <a:ln w="15240">
              <a:solidFill>
                <a:srgbClr val="79C9EF"/>
              </a:solidFill>
            </a:ln>
          </p:spPr>
        </p:sp>
        <p:sp>
          <p:nvSpPr>
            <p:cNvPr id="58" name="Polygon 58"/>
            <p:cNvSpPr/>
            <p:nvPr/>
          </p:nvSpPr>
          <p:spPr>
            <a:xfrm>
              <a:off x="5857875" y="4743450"/>
              <a:ext cx="1638300" cy="161925"/>
            </a:xfrm>
            <a:custGeom>
              <a:avLst/>
              <a:gdLst/>
              <a:ahLst/>
              <a:cxnLst/>
              <a:rect l="l" t="t" r="r" b="b"/>
              <a:pathLst>
                <a:path w="1638300" h="161925">
                  <a:moveTo>
                    <a:pt x="0" y="161925"/>
                  </a:moveTo>
                  <a:lnTo>
                    <a:pt x="161925" y="0"/>
                  </a:lnTo>
                  <a:lnTo>
                    <a:pt x="1638300" y="0"/>
                  </a:lnTo>
                  <a:lnTo>
                    <a:pt x="1476375" y="161925"/>
                  </a:lnTo>
                  <a:close/>
                </a:path>
              </a:pathLst>
            </a:custGeom>
            <a:solidFill>
              <a:srgbClr val="BDE9FF"/>
            </a:solidFill>
            <a:ln w="15240">
              <a:solidFill>
                <a:srgbClr val="79C9EF"/>
              </a:solidFill>
            </a:ln>
          </p:spPr>
        </p:sp>
        <p:sp>
          <p:nvSpPr>
            <p:cNvPr id="59" name="Polygon 59"/>
            <p:cNvSpPr/>
            <p:nvPr/>
          </p:nvSpPr>
          <p:spPr>
            <a:xfrm>
              <a:off x="7334250" y="4743450"/>
              <a:ext cx="161925" cy="704850"/>
            </a:xfrm>
            <a:custGeom>
              <a:avLst/>
              <a:gdLst/>
              <a:ahLst/>
              <a:cxnLst/>
              <a:rect l="l" t="t" r="r" b="b"/>
              <a:pathLst>
                <a:path w="161925" h="704850">
                  <a:moveTo>
                    <a:pt x="0" y="161925"/>
                  </a:moveTo>
                  <a:lnTo>
                    <a:pt x="161925" y="0"/>
                  </a:lnTo>
                  <a:lnTo>
                    <a:pt x="161925" y="542925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BDE9FF"/>
            </a:solidFill>
            <a:ln w="15240">
              <a:solidFill>
                <a:srgbClr val="79C9EF"/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6350000" y="4905375"/>
              <a:ext cx="9525" cy="542925"/>
            </a:xfrm>
            <a:custGeom>
              <a:avLst/>
              <a:gdLst/>
              <a:ahLst/>
              <a:cxnLst/>
              <a:rect l="l" t="t" r="r" b="b"/>
              <a:pathLst>
                <a:path w="9525" h="542925">
                  <a:moveTo>
                    <a:pt x="0" y="0"/>
                  </a:moveTo>
                  <a:lnTo>
                    <a:pt x="0" y="542925"/>
                  </a:lnTo>
                </a:path>
              </a:pathLst>
            </a:custGeom>
            <a:noFill/>
            <a:ln w="9525">
              <a:solidFill>
                <a:srgbClr val="79C9EF"/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6842125" y="4905375"/>
              <a:ext cx="9525" cy="542925"/>
            </a:xfrm>
            <a:custGeom>
              <a:avLst/>
              <a:gdLst/>
              <a:ahLst/>
              <a:cxnLst/>
              <a:rect l="l" t="t" r="r" b="b"/>
              <a:pathLst>
                <a:path w="9525" h="542925">
                  <a:moveTo>
                    <a:pt x="0" y="0"/>
                  </a:moveTo>
                  <a:lnTo>
                    <a:pt x="0" y="542925"/>
                  </a:lnTo>
                </a:path>
              </a:pathLst>
            </a:custGeom>
            <a:noFill/>
            <a:ln w="9525">
              <a:solidFill>
                <a:srgbClr val="79C9EF"/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5857875" y="5176838"/>
              <a:ext cx="1476375" cy="9525"/>
            </a:xfrm>
            <a:custGeom>
              <a:avLst/>
              <a:gdLst/>
              <a:ahLst/>
              <a:cxnLst/>
              <a:rect l="l" t="t" r="r" b="b"/>
              <a:pathLst>
                <a:path w="1476375" h="9525">
                  <a:moveTo>
                    <a:pt x="0" y="0"/>
                  </a:moveTo>
                  <a:lnTo>
                    <a:pt x="1476375" y="0"/>
                  </a:lnTo>
                </a:path>
              </a:pathLst>
            </a:custGeom>
            <a:noFill/>
            <a:ln w="9525">
              <a:solidFill>
                <a:srgbClr val="79C9EF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5895975" y="6324600"/>
              <a:ext cx="1466850" cy="762000"/>
            </a:xfrm>
            <a:prstGeom prst="rect">
              <a:avLst/>
            </a:prstGeom>
            <a:solidFill>
              <a:srgbClr val="FDE1D0"/>
            </a:solidFill>
            <a:ln w="15240">
              <a:solidFill>
                <a:srgbClr val="F2B9A0"/>
              </a:solidFill>
            </a:ln>
          </p:spPr>
        </p:sp>
        <p:sp>
          <p:nvSpPr>
            <p:cNvPr id="64" name="Polygon 64"/>
            <p:cNvSpPr/>
            <p:nvPr/>
          </p:nvSpPr>
          <p:spPr>
            <a:xfrm>
              <a:off x="5895975" y="6153150"/>
              <a:ext cx="1638300" cy="171450"/>
            </a:xfrm>
            <a:custGeom>
              <a:avLst/>
              <a:gdLst/>
              <a:ahLst/>
              <a:cxnLst/>
              <a:rect l="l" t="t" r="r" b="b"/>
              <a:pathLst>
                <a:path w="1638300" h="171450">
                  <a:moveTo>
                    <a:pt x="0" y="171450"/>
                  </a:moveTo>
                  <a:lnTo>
                    <a:pt x="171450" y="0"/>
                  </a:lnTo>
                  <a:lnTo>
                    <a:pt x="1638300" y="0"/>
                  </a:lnTo>
                  <a:lnTo>
                    <a:pt x="1466850" y="171450"/>
                  </a:lnTo>
                  <a:close/>
                </a:path>
              </a:pathLst>
            </a:custGeom>
            <a:solidFill>
              <a:srgbClr val="FDE1D0"/>
            </a:solidFill>
            <a:ln w="15240">
              <a:solidFill>
                <a:srgbClr val="F2B9A0"/>
              </a:solidFill>
            </a:ln>
          </p:spPr>
        </p:sp>
        <p:sp>
          <p:nvSpPr>
            <p:cNvPr id="65" name="Polygon 65"/>
            <p:cNvSpPr/>
            <p:nvPr/>
          </p:nvSpPr>
          <p:spPr>
            <a:xfrm>
              <a:off x="7362825" y="6153150"/>
              <a:ext cx="171450" cy="933450"/>
            </a:xfrm>
            <a:custGeom>
              <a:avLst/>
              <a:gdLst/>
              <a:ahLst/>
              <a:cxnLst/>
              <a:rect l="l" t="t" r="r" b="b"/>
              <a:pathLst>
                <a:path w="171450" h="933450">
                  <a:moveTo>
                    <a:pt x="0" y="171450"/>
                  </a:moveTo>
                  <a:lnTo>
                    <a:pt x="171450" y="0"/>
                  </a:lnTo>
                  <a:lnTo>
                    <a:pt x="171450" y="762000"/>
                  </a:lnTo>
                  <a:lnTo>
                    <a:pt x="0" y="933450"/>
                  </a:lnTo>
                  <a:close/>
                </a:path>
              </a:pathLst>
            </a:custGeom>
            <a:solidFill>
              <a:srgbClr val="FDE1D0"/>
            </a:solidFill>
            <a:ln w="15240">
              <a:solidFill>
                <a:srgbClr val="F2B9A0"/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6384925" y="632460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9525">
              <a:solidFill>
                <a:srgbClr val="F2B9A0"/>
              </a:solidFill>
            </a:ln>
          </p:spPr>
        </p:sp>
        <p:sp>
          <p:nvSpPr>
            <p:cNvPr id="67" name="Line 67"/>
            <p:cNvSpPr/>
            <p:nvPr/>
          </p:nvSpPr>
          <p:spPr>
            <a:xfrm>
              <a:off x="6873875" y="632460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9525">
              <a:solidFill>
                <a:srgbClr val="F2B9A0"/>
              </a:solidFill>
            </a:ln>
          </p:spPr>
        </p:sp>
        <p:sp>
          <p:nvSpPr>
            <p:cNvPr id="68" name="Line 68"/>
            <p:cNvSpPr/>
            <p:nvPr/>
          </p:nvSpPr>
          <p:spPr>
            <a:xfrm>
              <a:off x="5895975" y="6705600"/>
              <a:ext cx="1466850" cy="9525"/>
            </a:xfrm>
            <a:custGeom>
              <a:avLst/>
              <a:gdLst/>
              <a:ahLst/>
              <a:cxnLst/>
              <a:rect l="l" t="t" r="r" b="b"/>
              <a:pathLst>
                <a:path w="1466850" h="9525">
                  <a:moveTo>
                    <a:pt x="0" y="0"/>
                  </a:moveTo>
                  <a:lnTo>
                    <a:pt x="1466850" y="0"/>
                  </a:lnTo>
                </a:path>
              </a:pathLst>
            </a:custGeom>
            <a:noFill/>
            <a:ln w="9525">
              <a:solidFill>
                <a:srgbClr val="F2B9A0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5895975" y="8010525"/>
              <a:ext cx="1466850" cy="1009650"/>
            </a:xfrm>
            <a:prstGeom prst="rect">
              <a:avLst/>
            </a:prstGeom>
            <a:solidFill>
              <a:srgbClr val="CCEBC4"/>
            </a:solidFill>
            <a:ln w="15240">
              <a:solidFill>
                <a:srgbClr val="63B55F"/>
              </a:solidFill>
            </a:ln>
          </p:spPr>
        </p:sp>
        <p:sp>
          <p:nvSpPr>
            <p:cNvPr id="70" name="Polygon 70"/>
            <p:cNvSpPr/>
            <p:nvPr/>
          </p:nvSpPr>
          <p:spPr>
            <a:xfrm>
              <a:off x="5895975" y="7839075"/>
              <a:ext cx="1638300" cy="171450"/>
            </a:xfrm>
            <a:custGeom>
              <a:avLst/>
              <a:gdLst/>
              <a:ahLst/>
              <a:cxnLst/>
              <a:rect l="l" t="t" r="r" b="b"/>
              <a:pathLst>
                <a:path w="1638300" h="171450">
                  <a:moveTo>
                    <a:pt x="0" y="171450"/>
                  </a:moveTo>
                  <a:lnTo>
                    <a:pt x="171450" y="0"/>
                  </a:lnTo>
                  <a:lnTo>
                    <a:pt x="1638300" y="0"/>
                  </a:lnTo>
                  <a:lnTo>
                    <a:pt x="1466850" y="171450"/>
                  </a:lnTo>
                  <a:close/>
                </a:path>
              </a:pathLst>
            </a:custGeom>
            <a:solidFill>
              <a:srgbClr val="CCEBC4"/>
            </a:solidFill>
            <a:ln w="15240">
              <a:solidFill>
                <a:srgbClr val="63B55F"/>
              </a:solidFill>
            </a:ln>
          </p:spPr>
        </p:sp>
        <p:sp>
          <p:nvSpPr>
            <p:cNvPr id="71" name="Polygon 71"/>
            <p:cNvSpPr/>
            <p:nvPr/>
          </p:nvSpPr>
          <p:spPr>
            <a:xfrm>
              <a:off x="7362825" y="7839075"/>
              <a:ext cx="171450" cy="1181100"/>
            </a:xfrm>
            <a:custGeom>
              <a:avLst/>
              <a:gdLst/>
              <a:ahLst/>
              <a:cxnLst/>
              <a:rect l="l" t="t" r="r" b="b"/>
              <a:pathLst>
                <a:path w="171450" h="1181100">
                  <a:moveTo>
                    <a:pt x="0" y="171450"/>
                  </a:moveTo>
                  <a:lnTo>
                    <a:pt x="171450" y="0"/>
                  </a:lnTo>
                  <a:lnTo>
                    <a:pt x="171450" y="100965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CCEBC4"/>
            </a:solidFill>
            <a:ln w="15240">
              <a:solidFill>
                <a:srgbClr val="63B55F"/>
              </a:solidFill>
            </a:ln>
          </p:spPr>
        </p:sp>
        <p:sp>
          <p:nvSpPr>
            <p:cNvPr id="72" name="Line 72"/>
            <p:cNvSpPr/>
            <p:nvPr/>
          </p:nvSpPr>
          <p:spPr>
            <a:xfrm>
              <a:off x="6384925" y="8010525"/>
              <a:ext cx="9525" cy="1009650"/>
            </a:xfrm>
            <a:custGeom>
              <a:avLst/>
              <a:gdLst/>
              <a:ahLst/>
              <a:cxnLst/>
              <a:rect l="l" t="t" r="r" b="b"/>
              <a:pathLst>
                <a:path w="9525" h="1009650">
                  <a:moveTo>
                    <a:pt x="0" y="0"/>
                  </a:moveTo>
                  <a:lnTo>
                    <a:pt x="0" y="1009650"/>
                  </a:lnTo>
                </a:path>
              </a:pathLst>
            </a:custGeom>
            <a:noFill/>
            <a:ln w="9525">
              <a:solidFill>
                <a:srgbClr val="63B55F"/>
              </a:solidFill>
            </a:ln>
          </p:spPr>
        </p:sp>
        <p:sp>
          <p:nvSpPr>
            <p:cNvPr id="73" name="Line 73"/>
            <p:cNvSpPr/>
            <p:nvPr/>
          </p:nvSpPr>
          <p:spPr>
            <a:xfrm>
              <a:off x="6873875" y="8010525"/>
              <a:ext cx="9525" cy="1009650"/>
            </a:xfrm>
            <a:custGeom>
              <a:avLst/>
              <a:gdLst/>
              <a:ahLst/>
              <a:cxnLst/>
              <a:rect l="l" t="t" r="r" b="b"/>
              <a:pathLst>
                <a:path w="9525" h="1009650">
                  <a:moveTo>
                    <a:pt x="0" y="0"/>
                  </a:moveTo>
                  <a:lnTo>
                    <a:pt x="0" y="1009650"/>
                  </a:lnTo>
                </a:path>
              </a:pathLst>
            </a:custGeom>
            <a:noFill/>
            <a:ln w="9525">
              <a:solidFill>
                <a:srgbClr val="63B55F"/>
              </a:solidFill>
            </a:ln>
          </p:spPr>
        </p:sp>
        <p:sp>
          <p:nvSpPr>
            <p:cNvPr id="74" name="Line 74"/>
            <p:cNvSpPr/>
            <p:nvPr/>
          </p:nvSpPr>
          <p:spPr>
            <a:xfrm>
              <a:off x="5895975" y="8515350"/>
              <a:ext cx="1466850" cy="9525"/>
            </a:xfrm>
            <a:custGeom>
              <a:avLst/>
              <a:gdLst/>
              <a:ahLst/>
              <a:cxnLst/>
              <a:rect l="l" t="t" r="r" b="b"/>
              <a:pathLst>
                <a:path w="1466850" h="9525">
                  <a:moveTo>
                    <a:pt x="0" y="0"/>
                  </a:moveTo>
                  <a:lnTo>
                    <a:pt x="1466850" y="0"/>
                  </a:lnTo>
                </a:path>
              </a:pathLst>
            </a:custGeom>
            <a:noFill/>
            <a:ln w="9525">
              <a:solidFill>
                <a:srgbClr val="63B55F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9467850" y="4410075"/>
              <a:ext cx="1419225" cy="476250"/>
            </a:xfrm>
            <a:prstGeom prst="rect">
              <a:avLst/>
            </a:prstGeom>
            <a:solidFill>
              <a:srgbClr val="C6EDFF"/>
            </a:solidFill>
            <a:ln w="19050">
              <a:solidFill>
                <a:srgbClr val="67A9E2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9467850" y="5000625"/>
              <a:ext cx="1419225" cy="923925"/>
            </a:xfrm>
            <a:prstGeom prst="rect">
              <a:avLst/>
            </a:prstGeom>
            <a:solidFill>
              <a:srgbClr val="FBE0D2"/>
            </a:solidFill>
            <a:ln w="19050">
              <a:solidFill>
                <a:srgbClr val="EFB8A2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9467850" y="6057900"/>
              <a:ext cx="1419225" cy="923925"/>
            </a:xfrm>
            <a:prstGeom prst="rect">
              <a:avLst/>
            </a:prstGeom>
            <a:solidFill>
              <a:srgbClr val="CDEBC9"/>
            </a:solidFill>
            <a:ln w="19050">
              <a:solidFill>
                <a:srgbClr val="62B957"/>
              </a:solidFill>
            </a:ln>
          </p:spPr>
        </p:sp>
        <p:sp>
          <p:nvSpPr>
            <p:cNvPr id="78" name="Line 78"/>
            <p:cNvSpPr/>
            <p:nvPr/>
          </p:nvSpPr>
          <p:spPr>
            <a:xfrm>
              <a:off x="9944100" y="4410075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9525">
              <a:solidFill>
                <a:srgbClr val="67A9E2"/>
              </a:solidFill>
            </a:ln>
          </p:spPr>
        </p:sp>
        <p:sp>
          <p:nvSpPr>
            <p:cNvPr id="79" name="Line 79"/>
            <p:cNvSpPr/>
            <p:nvPr/>
          </p:nvSpPr>
          <p:spPr>
            <a:xfrm>
              <a:off x="9944100" y="5000625"/>
              <a:ext cx="9525" cy="923925"/>
            </a:xfrm>
            <a:custGeom>
              <a:avLst/>
              <a:gdLst/>
              <a:ahLst/>
              <a:cxnLst/>
              <a:rect l="l" t="t" r="r" b="b"/>
              <a:pathLst>
                <a:path w="9525" h="923925">
                  <a:moveTo>
                    <a:pt x="0" y="0"/>
                  </a:moveTo>
                  <a:lnTo>
                    <a:pt x="0" y="923925"/>
                  </a:lnTo>
                </a:path>
              </a:pathLst>
            </a:custGeom>
            <a:noFill/>
            <a:ln w="9525">
              <a:solidFill>
                <a:srgbClr val="EFB8A2"/>
              </a:solidFill>
            </a:ln>
          </p:spPr>
        </p:sp>
        <p:sp>
          <p:nvSpPr>
            <p:cNvPr id="80" name="Line 80"/>
            <p:cNvSpPr/>
            <p:nvPr/>
          </p:nvSpPr>
          <p:spPr>
            <a:xfrm>
              <a:off x="9944100" y="6057900"/>
              <a:ext cx="9525" cy="923925"/>
            </a:xfrm>
            <a:custGeom>
              <a:avLst/>
              <a:gdLst/>
              <a:ahLst/>
              <a:cxnLst/>
              <a:rect l="l" t="t" r="r" b="b"/>
              <a:pathLst>
                <a:path w="9525" h="923925">
                  <a:moveTo>
                    <a:pt x="0" y="0"/>
                  </a:moveTo>
                  <a:lnTo>
                    <a:pt x="0" y="923925"/>
                  </a:lnTo>
                </a:path>
              </a:pathLst>
            </a:custGeom>
            <a:noFill/>
            <a:ln w="9525">
              <a:solidFill>
                <a:srgbClr val="62B957"/>
              </a:solidFill>
            </a:ln>
          </p:spPr>
        </p:sp>
        <p:sp>
          <p:nvSpPr>
            <p:cNvPr id="81" name="Line 81"/>
            <p:cNvSpPr/>
            <p:nvPr/>
          </p:nvSpPr>
          <p:spPr>
            <a:xfrm>
              <a:off x="10420350" y="4410075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9525">
              <a:solidFill>
                <a:srgbClr val="67A9E2"/>
              </a:solidFill>
            </a:ln>
          </p:spPr>
        </p:sp>
        <p:sp>
          <p:nvSpPr>
            <p:cNvPr id="82" name="Line 82"/>
            <p:cNvSpPr/>
            <p:nvPr/>
          </p:nvSpPr>
          <p:spPr>
            <a:xfrm>
              <a:off x="10420350" y="5000625"/>
              <a:ext cx="9525" cy="923925"/>
            </a:xfrm>
            <a:custGeom>
              <a:avLst/>
              <a:gdLst/>
              <a:ahLst/>
              <a:cxnLst/>
              <a:rect l="l" t="t" r="r" b="b"/>
              <a:pathLst>
                <a:path w="9525" h="923925">
                  <a:moveTo>
                    <a:pt x="0" y="0"/>
                  </a:moveTo>
                  <a:lnTo>
                    <a:pt x="0" y="923925"/>
                  </a:lnTo>
                </a:path>
              </a:pathLst>
            </a:custGeom>
            <a:noFill/>
            <a:ln w="9525">
              <a:solidFill>
                <a:srgbClr val="EFB8A2"/>
              </a:solidFill>
            </a:ln>
          </p:spPr>
        </p:sp>
        <p:sp>
          <p:nvSpPr>
            <p:cNvPr id="83" name="Line 83"/>
            <p:cNvSpPr/>
            <p:nvPr/>
          </p:nvSpPr>
          <p:spPr>
            <a:xfrm>
              <a:off x="10420350" y="6057900"/>
              <a:ext cx="9525" cy="923925"/>
            </a:xfrm>
            <a:custGeom>
              <a:avLst/>
              <a:gdLst/>
              <a:ahLst/>
              <a:cxnLst/>
              <a:rect l="l" t="t" r="r" b="b"/>
              <a:pathLst>
                <a:path w="9525" h="923925">
                  <a:moveTo>
                    <a:pt x="0" y="0"/>
                  </a:moveTo>
                  <a:lnTo>
                    <a:pt x="0" y="923925"/>
                  </a:lnTo>
                </a:path>
              </a:pathLst>
            </a:custGeom>
            <a:noFill/>
            <a:ln w="9525">
              <a:solidFill>
                <a:srgbClr val="62B957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12611100" y="4562475"/>
              <a:ext cx="457200" cy="400050"/>
            </a:xfrm>
            <a:prstGeom prst="roundRect">
              <a:avLst>
                <a:gd name="adj" fmla="val 9524"/>
              </a:avLst>
            </a:prstGeom>
            <a:solidFill>
              <a:srgbClr val="A8D3F8"/>
            </a:solidFill>
            <a:ln w="19050">
              <a:solidFill>
                <a:srgbClr val="92BFE6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12630150" y="5172075"/>
              <a:ext cx="419100" cy="400050"/>
            </a:xfrm>
            <a:prstGeom prst="roundRect">
              <a:avLst>
                <a:gd name="adj" fmla="val 9524"/>
              </a:avLst>
            </a:prstGeom>
            <a:solidFill>
              <a:srgbClr val="A8D3F8"/>
            </a:solidFill>
            <a:ln w="19050">
              <a:solidFill>
                <a:srgbClr val="92BFE6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12630150" y="5991225"/>
              <a:ext cx="419100" cy="400050"/>
            </a:xfrm>
            <a:prstGeom prst="roundRect">
              <a:avLst>
                <a:gd name="adj" fmla="val 9524"/>
              </a:avLst>
            </a:prstGeom>
            <a:solidFill>
              <a:srgbClr val="A8D3F8"/>
            </a:solidFill>
            <a:ln w="19050">
              <a:solidFill>
                <a:srgbClr val="92BFE6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12630150" y="6705600"/>
              <a:ext cx="457200" cy="400050"/>
            </a:xfrm>
            <a:prstGeom prst="roundRect">
              <a:avLst>
                <a:gd name="adj" fmla="val 9524"/>
              </a:avLst>
            </a:prstGeom>
            <a:solidFill>
              <a:srgbClr val="C6E5C6"/>
            </a:solidFill>
            <a:ln w="19050">
              <a:solidFill>
                <a:srgbClr val="A2C8A2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12649200" y="7315200"/>
              <a:ext cx="419100" cy="400050"/>
            </a:xfrm>
            <a:prstGeom prst="roundRect">
              <a:avLst>
                <a:gd name="adj" fmla="val 9524"/>
              </a:avLst>
            </a:prstGeom>
            <a:solidFill>
              <a:srgbClr val="C6E5C6"/>
            </a:solidFill>
            <a:ln w="19050">
              <a:solidFill>
                <a:srgbClr val="A2C8A2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12649200" y="8134350"/>
              <a:ext cx="419100" cy="400050"/>
            </a:xfrm>
            <a:prstGeom prst="roundRect">
              <a:avLst>
                <a:gd name="adj" fmla="val 9524"/>
              </a:avLst>
            </a:prstGeom>
            <a:solidFill>
              <a:srgbClr val="C6E5C6"/>
            </a:solidFill>
            <a:ln w="19050">
              <a:solidFill>
                <a:srgbClr val="A2C8A2"/>
              </a:solidFill>
            </a:ln>
          </p:spPr>
        </p:sp>
        <p:sp>
          <p:nvSpPr>
            <p:cNvPr id="90" name="Rectangle 90"/>
            <p:cNvSpPr/>
            <p:nvPr/>
          </p:nvSpPr>
          <p:spPr>
            <a:xfrm>
              <a:off x="13182600" y="4467225"/>
              <a:ext cx="600075" cy="4286250"/>
            </a:xfrm>
            <a:prstGeom prst="rect">
              <a:avLst/>
            </a:prstGeom>
            <a:noFill/>
            <a:ln w="19050">
              <a:solidFill>
                <a:srgbClr val="9EC5EA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9258300" y="7943850"/>
              <a:ext cx="2114550" cy="1038225"/>
            </a:xfrm>
            <a:prstGeom prst="roundRect">
              <a:avLst>
                <a:gd name="adj" fmla="val 11009"/>
              </a:avLst>
            </a:prstGeom>
            <a:noFill/>
            <a:ln w="19050">
              <a:solidFill>
                <a:srgbClr val="C6C6C6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295275" y="10039350"/>
              <a:ext cx="2028825" cy="1171575"/>
            </a:xfrm>
            <a:prstGeom prst="roundRect">
              <a:avLst>
                <a:gd name="adj" fmla="val 13821"/>
              </a:avLst>
            </a:prstGeom>
            <a:noFill/>
            <a:ln w="38100">
              <a:solidFill>
                <a:srgbClr val="7B45B4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295275" y="11601450"/>
              <a:ext cx="2028825" cy="1171575"/>
            </a:xfrm>
            <a:prstGeom prst="roundRect">
              <a:avLst>
                <a:gd name="adj" fmla="val 13821"/>
              </a:avLst>
            </a:prstGeom>
            <a:noFill/>
            <a:ln w="38100">
              <a:solidFill>
                <a:srgbClr val="0F376F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295275" y="13220700"/>
              <a:ext cx="2028825" cy="1171575"/>
            </a:xfrm>
            <a:prstGeom prst="roundRect">
              <a:avLst>
                <a:gd name="adj" fmla="val 13821"/>
              </a:avLst>
            </a:prstGeom>
            <a:noFill/>
            <a:ln w="38100">
              <a:solidFill>
                <a:srgbClr val="4C8750"/>
              </a:solidFill>
            </a:ln>
          </p:spPr>
        </p:sp>
        <p:sp>
          <p:nvSpPr>
            <p:cNvPr id="95" name="Polygon 95"/>
            <p:cNvSpPr/>
            <p:nvPr/>
          </p:nvSpPr>
          <p:spPr>
            <a:xfrm>
              <a:off x="447675" y="10429875"/>
              <a:ext cx="400050" cy="371475"/>
            </a:xfrm>
            <a:custGeom>
              <a:avLst/>
              <a:gdLst/>
              <a:ahLst/>
              <a:cxnLst/>
              <a:rect l="l" t="t" r="r" b="b"/>
              <a:pathLst>
                <a:path w="400050" h="371475">
                  <a:moveTo>
                    <a:pt x="0" y="57150"/>
                  </a:moveTo>
                  <a:lnTo>
                    <a:pt x="400050" y="0"/>
                  </a:lnTo>
                  <a:lnTo>
                    <a:pt x="400050" y="371475"/>
                  </a:lnTo>
                  <a:lnTo>
                    <a:pt x="0" y="371475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</a:ln>
          </p:spPr>
        </p:sp>
        <p:sp>
          <p:nvSpPr>
            <p:cNvPr id="96" name="Polygon 96"/>
            <p:cNvSpPr/>
            <p:nvPr/>
          </p:nvSpPr>
          <p:spPr>
            <a:xfrm>
              <a:off x="466725" y="11839575"/>
              <a:ext cx="533400" cy="542925"/>
            </a:xfrm>
            <a:custGeom>
              <a:avLst/>
              <a:gdLst/>
              <a:ahLst/>
              <a:cxnLst/>
              <a:rect l="l" t="t" r="r" b="b"/>
              <a:pathLst>
                <a:path w="533400" h="542925">
                  <a:moveTo>
                    <a:pt x="0" y="0"/>
                  </a:moveTo>
                  <a:lnTo>
                    <a:pt x="361950" y="0"/>
                  </a:lnTo>
                  <a:lnTo>
                    <a:pt x="533400" y="161925"/>
                  </a:lnTo>
                  <a:lnTo>
                    <a:pt x="533400" y="542925"/>
                  </a:lnTo>
                  <a:lnTo>
                    <a:pt x="0" y="542925"/>
                  </a:lnTo>
                  <a:close/>
                </a:path>
              </a:pathLst>
            </a:custGeom>
            <a:solidFill>
              <a:srgbClr val="FFFFFF"/>
            </a:solidFill>
            <a:ln w="38100">
              <a:solidFill>
                <a:srgbClr val="0F376F"/>
              </a:solidFill>
            </a:ln>
          </p:spPr>
        </p:sp>
        <p:sp>
          <p:nvSpPr>
            <p:cNvPr id="97" name="Rectangle 97"/>
            <p:cNvSpPr/>
            <p:nvPr/>
          </p:nvSpPr>
          <p:spPr>
            <a:xfrm>
              <a:off x="4505325" y="9658350"/>
              <a:ext cx="1476375" cy="742950"/>
            </a:xfrm>
            <a:prstGeom prst="roundRect">
              <a:avLst>
                <a:gd name="adj" fmla="val 10256"/>
              </a:avLst>
            </a:prstGeom>
            <a:noFill/>
            <a:ln w="28575">
              <a:solidFill>
                <a:srgbClr val="E265C9"/>
              </a:solidFill>
              <a:custDash>
                <a:ds d="266666" sp="200000"/>
              </a:custDash>
            </a:ln>
          </p:spPr>
        </p:sp>
        <p:sp>
          <p:nvSpPr>
            <p:cNvPr id="98" name="Rectangle 98"/>
            <p:cNvSpPr/>
            <p:nvPr/>
          </p:nvSpPr>
          <p:spPr>
            <a:xfrm>
              <a:off x="4505325" y="10925175"/>
              <a:ext cx="1476375" cy="742950"/>
            </a:xfrm>
            <a:prstGeom prst="roundRect">
              <a:avLst>
                <a:gd name="adj" fmla="val 10256"/>
              </a:avLst>
            </a:prstGeom>
            <a:noFill/>
            <a:ln w="28575">
              <a:solidFill>
                <a:srgbClr val="E265C9"/>
              </a:solidFill>
              <a:custDash>
                <a:ds d="266666" sp="200000"/>
              </a:custDash>
            </a:ln>
          </p:spPr>
        </p:sp>
        <p:sp>
          <p:nvSpPr>
            <p:cNvPr id="99" name="Rectangle 99"/>
            <p:cNvSpPr/>
            <p:nvPr/>
          </p:nvSpPr>
          <p:spPr>
            <a:xfrm>
              <a:off x="6915150" y="10077450"/>
              <a:ext cx="1343025" cy="990600"/>
            </a:xfrm>
            <a:prstGeom prst="roundRect">
              <a:avLst>
                <a:gd name="adj" fmla="val 9615"/>
              </a:avLst>
            </a:prstGeom>
            <a:noFill/>
            <a:ln w="28575">
              <a:solidFill>
                <a:srgbClr val="F6BD8D"/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6781800" y="9572625"/>
              <a:ext cx="4400550" cy="2038350"/>
            </a:xfrm>
            <a:prstGeom prst="rect">
              <a:avLst/>
            </a:prstGeom>
            <a:noFill/>
            <a:ln w="19050">
              <a:solidFill>
                <a:srgbClr val="D7D7D7"/>
              </a:solidFill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8877300" y="10353675"/>
              <a:ext cx="2028825" cy="676275"/>
            </a:xfrm>
            <a:prstGeom prst="roundRect">
              <a:avLst>
                <a:gd name="adj" fmla="val 12676"/>
              </a:avLst>
            </a:prstGeom>
            <a:noFill/>
            <a:ln w="38100">
              <a:solidFill>
                <a:srgbClr val="0F568F"/>
              </a:solidFill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7553325" y="12792075"/>
              <a:ext cx="2705100" cy="1171575"/>
            </a:xfrm>
            <a:prstGeom prst="roundRect">
              <a:avLst>
                <a:gd name="adj" fmla="val 12195"/>
              </a:avLst>
            </a:prstGeom>
            <a:noFill/>
            <a:ln w="19050">
              <a:solidFill>
                <a:srgbClr val="C8C8C8"/>
              </a:solidFill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7848600" y="13506450"/>
              <a:ext cx="495300" cy="495300"/>
            </a:xfrm>
            <a:prstGeom prst="rect">
              <a:avLst/>
            </a:prstGeom>
            <a:solidFill>
              <a:srgbClr val="FFE1D0"/>
            </a:solidFill>
            <a:ln w="19050">
              <a:solidFill>
                <a:srgbClr val="F2B9A0"/>
              </a:solidFill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8696325" y="13506450"/>
              <a:ext cx="495300" cy="495300"/>
            </a:xfrm>
            <a:prstGeom prst="rect">
              <a:avLst/>
            </a:prstGeom>
            <a:solidFill>
              <a:srgbClr val="CDEBC9"/>
            </a:solidFill>
            <a:ln w="19050">
              <a:solidFill>
                <a:srgbClr val="62B957"/>
              </a:solidFill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9486900" y="13506450"/>
              <a:ext cx="495300" cy="495300"/>
            </a:xfrm>
            <a:prstGeom prst="rect">
              <a:avLst/>
            </a:prstGeom>
            <a:solidFill>
              <a:srgbClr val="C6EDFF"/>
            </a:solidFill>
            <a:ln w="19050">
              <a:solidFill>
                <a:srgbClr val="67A9E2"/>
              </a:solidFill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11458575" y="9563100"/>
              <a:ext cx="5800725" cy="2790825"/>
            </a:xfrm>
            <a:prstGeom prst="roundRect">
              <a:avLst>
                <a:gd name="adj" fmla="val 8874"/>
              </a:avLst>
            </a:prstGeom>
            <a:noFill/>
            <a:ln w="28575">
              <a:solidFill>
                <a:srgbClr val="FFC89D"/>
              </a:solidFill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12592050" y="10134600"/>
              <a:ext cx="3552825" cy="1285875"/>
            </a:xfrm>
            <a:prstGeom prst="roundRect">
              <a:avLst>
                <a:gd name="adj" fmla="val 5926"/>
              </a:avLst>
            </a:prstGeom>
            <a:noFill/>
            <a:ln w="19050">
              <a:solidFill>
                <a:srgbClr val="F26922"/>
              </a:solidFill>
              <a:prstDash val="dash"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14049375" y="11610975"/>
              <a:ext cx="971550" cy="657225"/>
            </a:xfrm>
            <a:prstGeom prst="roundRect">
              <a:avLst>
                <a:gd name="adj" fmla="val 14493"/>
              </a:avLst>
            </a:prstGeom>
            <a:noFill/>
            <a:ln w="28575">
              <a:solidFill>
                <a:srgbClr val="F26C2B"/>
              </a:solidFill>
            </a:ln>
          </p:spPr>
        </p:sp>
      </p:grpSp>
      <p:grpSp>
        <p:nvGrpSpPr>
          <p:cNvPr id="148" name="Group 148"/>
          <p:cNvGrpSpPr/>
          <p:nvPr/>
        </p:nvGrpSpPr>
        <p:grpSpPr>
          <a:xfrm>
            <a:off x="2324100" y="1876425"/>
            <a:ext cx="14258925" cy="11982450"/>
            <a:chOff x="2324100" y="1876425"/>
            <a:chExt cx="14258925" cy="11982450"/>
          </a:xfrm>
        </p:grpSpPr>
        <p:sp>
          <p:nvSpPr>
            <p:cNvPr id="110" name="Line 110"/>
            <p:cNvSpPr/>
            <p:nvPr/>
          </p:nvSpPr>
          <p:spPr>
            <a:xfrm>
              <a:off x="4181475" y="1876425"/>
              <a:ext cx="771525" cy="1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111" name="Line 111"/>
            <p:cNvSpPr/>
            <p:nvPr/>
          </p:nvSpPr>
          <p:spPr>
            <a:xfrm>
              <a:off x="6819900" y="1876425"/>
              <a:ext cx="800100" cy="1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112" name="Line 112"/>
            <p:cNvSpPr/>
            <p:nvPr/>
          </p:nvSpPr>
          <p:spPr>
            <a:xfrm>
              <a:off x="12563475" y="1876425"/>
              <a:ext cx="800100" cy="1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113" name="Line 113"/>
            <p:cNvSpPr/>
            <p:nvPr/>
          </p:nvSpPr>
          <p:spPr>
            <a:xfrm>
              <a:off x="2933700" y="4972050"/>
              <a:ext cx="628650" cy="1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114" name="Line 114"/>
            <p:cNvSpPr/>
            <p:nvPr/>
          </p:nvSpPr>
          <p:spPr>
            <a:xfrm>
              <a:off x="2933700" y="6505575"/>
              <a:ext cx="628650" cy="1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115" name="Line 115"/>
            <p:cNvSpPr/>
            <p:nvPr/>
          </p:nvSpPr>
          <p:spPr>
            <a:xfrm>
              <a:off x="2933700" y="8201025"/>
              <a:ext cx="2876550" cy="1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116" name="Line 116"/>
            <p:cNvSpPr/>
            <p:nvPr/>
          </p:nvSpPr>
          <p:spPr>
            <a:xfrm>
              <a:off x="5095875" y="4972050"/>
              <a:ext cx="714375" cy="1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117" name="Line 117"/>
            <p:cNvSpPr/>
            <p:nvPr/>
          </p:nvSpPr>
          <p:spPr>
            <a:xfrm>
              <a:off x="5095875" y="6505575"/>
              <a:ext cx="733425" cy="1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118" name="Line 118"/>
            <p:cNvSpPr/>
            <p:nvPr/>
          </p:nvSpPr>
          <p:spPr>
            <a:xfrm>
              <a:off x="7896225" y="4848225"/>
              <a:ext cx="1381125" cy="1"/>
            </a:xfrm>
            <a:prstGeom prst="line">
              <a:avLst/>
            </a:prstGeom>
            <a:noFill/>
            <a:ln w="47625">
              <a:solidFill>
                <a:srgbClr val="111111"/>
              </a:solidFill>
              <a:tailEnd type="triangle" w="lg" len="lg"/>
            </a:ln>
          </p:spPr>
        </p:sp>
        <p:sp>
          <p:nvSpPr>
            <p:cNvPr id="119" name="Line 119"/>
            <p:cNvSpPr/>
            <p:nvPr/>
          </p:nvSpPr>
          <p:spPr>
            <a:xfrm>
              <a:off x="7896225" y="8334375"/>
              <a:ext cx="762000" cy="1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120" name="Line 120"/>
            <p:cNvSpPr/>
            <p:nvPr/>
          </p:nvSpPr>
          <p:spPr>
            <a:xfrm>
              <a:off x="8658225" y="4848225"/>
              <a:ext cx="9525" cy="3486150"/>
            </a:xfrm>
            <a:custGeom>
              <a:avLst/>
              <a:gdLst/>
              <a:ahLst/>
              <a:cxnLst/>
              <a:rect l="l" t="t" r="r" b="b"/>
              <a:pathLst>
                <a:path w="9525" h="3486150">
                  <a:moveTo>
                    <a:pt x="0" y="348615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111111"/>
              </a:solidFill>
            </a:ln>
          </p:spPr>
        </p:sp>
        <p:sp>
          <p:nvSpPr>
            <p:cNvPr id="121" name="Line 121"/>
            <p:cNvSpPr/>
            <p:nvPr/>
          </p:nvSpPr>
          <p:spPr>
            <a:xfrm>
              <a:off x="8658225" y="4848225"/>
              <a:ext cx="9525" cy="1"/>
            </a:xfrm>
            <a:prstGeom prst="line">
              <a:avLst/>
            </a:prstGeom>
            <a:noFill/>
            <a:ln w="28575">
              <a:solidFill>
                <a:srgbClr val="111111"/>
              </a:solidFill>
              <a:tailEnd type="triangle" w="lg" len="lg"/>
            </a:ln>
          </p:spPr>
        </p:sp>
        <p:sp>
          <p:nvSpPr>
            <p:cNvPr id="122" name="Line 122"/>
            <p:cNvSpPr/>
            <p:nvPr/>
          </p:nvSpPr>
          <p:spPr>
            <a:xfrm>
              <a:off x="11087100" y="5295900"/>
              <a:ext cx="1314450" cy="1"/>
            </a:xfrm>
            <a:prstGeom prst="line">
              <a:avLst/>
            </a:prstGeom>
            <a:noFill/>
            <a:ln w="47625">
              <a:solidFill>
                <a:srgbClr val="111111"/>
              </a:solidFill>
              <a:tailEnd type="triangle" w="lg" len="lg"/>
            </a:ln>
          </p:spPr>
        </p:sp>
        <p:sp>
          <p:nvSpPr>
            <p:cNvPr id="123" name="Freeform 123"/>
            <p:cNvSpPr/>
            <p:nvPr/>
          </p:nvSpPr>
          <p:spPr>
            <a:xfrm>
              <a:off x="13811250" y="4572000"/>
              <a:ext cx="552450" cy="695325"/>
            </a:xfrm>
            <a:custGeom>
              <a:avLst/>
              <a:gdLst/>
              <a:ahLst/>
              <a:cxnLst/>
              <a:rect l="l" t="t" r="r" b="b"/>
              <a:pathLst>
                <a:path w="552450" h="695325">
                  <a:moveTo>
                    <a:pt x="0" y="0"/>
                  </a:moveTo>
                  <a:cubicBezTo>
                    <a:pt x="514350" y="57150"/>
                    <a:pt x="552450" y="695325"/>
                    <a:pt x="57150" y="685800"/>
                  </a:cubicBezTo>
                </a:path>
              </a:pathLst>
            </a:custGeom>
            <a:noFill/>
            <a:ln w="38100">
              <a:solidFill>
                <a:srgbClr val="1C69A3"/>
              </a:solidFill>
              <a:tailEnd type="triangle" w="lg" len="lg"/>
            </a:ln>
          </p:spPr>
        </p:sp>
        <p:sp>
          <p:nvSpPr>
            <p:cNvPr id="124" name="Line 124"/>
            <p:cNvSpPr/>
            <p:nvPr/>
          </p:nvSpPr>
          <p:spPr>
            <a:xfrm>
              <a:off x="11382375" y="8486775"/>
              <a:ext cx="1190625" cy="1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125" name="Polygon 125"/>
            <p:cNvSpPr/>
            <p:nvPr/>
          </p:nvSpPr>
          <p:spPr>
            <a:xfrm>
              <a:off x="14116050" y="5886450"/>
              <a:ext cx="1085850" cy="952500"/>
            </a:xfrm>
            <a:custGeom>
              <a:avLst/>
              <a:gdLst/>
              <a:ahLst/>
              <a:cxnLst/>
              <a:rect l="l" t="t" r="r" b="b"/>
              <a:pathLst>
                <a:path w="1085850" h="952500">
                  <a:moveTo>
                    <a:pt x="0" y="190500"/>
                  </a:moveTo>
                  <a:lnTo>
                    <a:pt x="590550" y="190500"/>
                  </a:lnTo>
                  <a:lnTo>
                    <a:pt x="590550" y="0"/>
                  </a:lnTo>
                  <a:lnTo>
                    <a:pt x="1085850" y="476250"/>
                  </a:lnTo>
                  <a:lnTo>
                    <a:pt x="590550" y="952500"/>
                  </a:lnTo>
                  <a:lnTo>
                    <a:pt x="59055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</a:ln>
          </p:spPr>
        </p:sp>
        <p:sp>
          <p:nvSpPr>
            <p:cNvPr id="126" name="Line 126"/>
            <p:cNvSpPr/>
            <p:nvPr/>
          </p:nvSpPr>
          <p:spPr>
            <a:xfrm>
              <a:off x="2324100" y="10629900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38100">
              <a:solidFill>
                <a:srgbClr val="7B45B4"/>
              </a:solidFill>
            </a:ln>
          </p:spPr>
        </p:sp>
        <p:sp>
          <p:nvSpPr>
            <p:cNvPr id="127" name="Line 127"/>
            <p:cNvSpPr/>
            <p:nvPr/>
          </p:nvSpPr>
          <p:spPr>
            <a:xfrm>
              <a:off x="2657475" y="9686925"/>
              <a:ext cx="9525" cy="942975"/>
            </a:xfrm>
            <a:custGeom>
              <a:avLst/>
              <a:gdLst/>
              <a:ahLst/>
              <a:cxnLst/>
              <a:rect l="l" t="t" r="r" b="b"/>
              <a:pathLst>
                <a:path w="9525" h="942975">
                  <a:moveTo>
                    <a:pt x="0" y="942975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7B45B4"/>
              </a:solidFill>
            </a:ln>
          </p:spPr>
        </p:sp>
        <p:sp>
          <p:nvSpPr>
            <p:cNvPr id="128" name="Line 128"/>
            <p:cNvSpPr/>
            <p:nvPr/>
          </p:nvSpPr>
          <p:spPr>
            <a:xfrm>
              <a:off x="2657475" y="10629900"/>
              <a:ext cx="9525" cy="647700"/>
            </a:xfrm>
            <a:custGeom>
              <a:avLst/>
              <a:gdLst/>
              <a:ahLst/>
              <a:cxnLst/>
              <a:rect l="l" t="t" r="r" b="b"/>
              <a:pathLst>
                <a:path w="9525" h="647700">
                  <a:moveTo>
                    <a:pt x="0" y="0"/>
                  </a:moveTo>
                  <a:lnTo>
                    <a:pt x="0" y="647700"/>
                  </a:lnTo>
                </a:path>
              </a:pathLst>
            </a:custGeom>
            <a:noFill/>
            <a:ln w="38100">
              <a:solidFill>
                <a:srgbClr val="7B45B4"/>
              </a:solidFill>
            </a:ln>
          </p:spPr>
        </p:sp>
        <p:sp>
          <p:nvSpPr>
            <p:cNvPr id="129" name="Line 129"/>
            <p:cNvSpPr/>
            <p:nvPr/>
          </p:nvSpPr>
          <p:spPr>
            <a:xfrm>
              <a:off x="2657475" y="9686925"/>
              <a:ext cx="1819275" cy="1"/>
            </a:xfrm>
            <a:prstGeom prst="line">
              <a:avLst/>
            </a:prstGeom>
            <a:noFill/>
            <a:ln w="38100">
              <a:solidFill>
                <a:srgbClr val="7B45B4"/>
              </a:solidFill>
              <a:tailEnd type="triangle" w="lg" len="lg"/>
            </a:ln>
          </p:spPr>
        </p:sp>
        <p:sp>
          <p:nvSpPr>
            <p:cNvPr id="130" name="Line 130"/>
            <p:cNvSpPr/>
            <p:nvPr/>
          </p:nvSpPr>
          <p:spPr>
            <a:xfrm>
              <a:off x="2657475" y="11277600"/>
              <a:ext cx="1838325" cy="1"/>
            </a:xfrm>
            <a:prstGeom prst="line">
              <a:avLst/>
            </a:prstGeom>
            <a:noFill/>
            <a:ln w="38100">
              <a:solidFill>
                <a:srgbClr val="7B45B4"/>
              </a:solidFill>
              <a:tailEnd type="triangle" w="lg" len="lg"/>
            </a:ln>
          </p:spPr>
        </p:sp>
        <p:sp>
          <p:nvSpPr>
            <p:cNvPr id="131" name="Line 131"/>
            <p:cNvSpPr/>
            <p:nvPr/>
          </p:nvSpPr>
          <p:spPr>
            <a:xfrm>
              <a:off x="5248275" y="11668125"/>
              <a:ext cx="1" cy="857250"/>
            </a:xfrm>
            <a:prstGeom prst="line">
              <a:avLst/>
            </a:prstGeom>
            <a:noFill/>
            <a:ln w="38100">
              <a:solidFill>
                <a:srgbClr val="7B45B4"/>
              </a:solidFill>
              <a:tailEnd type="triangle" w="lg" len="lg"/>
            </a:ln>
          </p:spPr>
        </p:sp>
        <p:sp>
          <p:nvSpPr>
            <p:cNvPr id="132" name="Line 132"/>
            <p:cNvSpPr/>
            <p:nvPr/>
          </p:nvSpPr>
          <p:spPr>
            <a:xfrm>
              <a:off x="6181725" y="13163550"/>
              <a:ext cx="1019175" cy="1"/>
            </a:xfrm>
            <a:prstGeom prst="line">
              <a:avLst/>
            </a:prstGeom>
            <a:noFill/>
            <a:ln w="38100">
              <a:solidFill>
                <a:srgbClr val="7B45B4"/>
              </a:solidFill>
              <a:tailEnd type="triangle" w="lg" len="lg"/>
            </a:ln>
          </p:spPr>
        </p:sp>
        <p:sp>
          <p:nvSpPr>
            <p:cNvPr id="133" name="Line 133"/>
            <p:cNvSpPr/>
            <p:nvPr/>
          </p:nvSpPr>
          <p:spPr>
            <a:xfrm>
              <a:off x="5981700" y="100298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8100">
              <a:solidFill>
                <a:srgbClr val="7B45B4"/>
              </a:solidFill>
            </a:ln>
          </p:spPr>
        </p:sp>
        <p:sp>
          <p:nvSpPr>
            <p:cNvPr id="134" name="Line 134"/>
            <p:cNvSpPr/>
            <p:nvPr/>
          </p:nvSpPr>
          <p:spPr>
            <a:xfrm>
              <a:off x="5981700" y="112871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8100">
              <a:solidFill>
                <a:srgbClr val="7B45B4"/>
              </a:solidFill>
            </a:ln>
          </p:spPr>
        </p:sp>
        <p:sp>
          <p:nvSpPr>
            <p:cNvPr id="135" name="Line 135"/>
            <p:cNvSpPr/>
            <p:nvPr/>
          </p:nvSpPr>
          <p:spPr>
            <a:xfrm>
              <a:off x="6362700" y="10029825"/>
              <a:ext cx="9525" cy="638175"/>
            </a:xfrm>
            <a:custGeom>
              <a:avLst/>
              <a:gdLst/>
              <a:ahLst/>
              <a:cxnLst/>
              <a:rect l="l" t="t" r="r" b="b"/>
              <a:pathLst>
                <a:path w="9525" h="638175">
                  <a:moveTo>
                    <a:pt x="0" y="0"/>
                  </a:moveTo>
                  <a:lnTo>
                    <a:pt x="0" y="638175"/>
                  </a:lnTo>
                </a:path>
              </a:pathLst>
            </a:custGeom>
            <a:noFill/>
            <a:ln w="38100">
              <a:solidFill>
                <a:srgbClr val="7B45B4"/>
              </a:solidFill>
            </a:ln>
          </p:spPr>
        </p:sp>
        <p:sp>
          <p:nvSpPr>
            <p:cNvPr id="136" name="Line 136"/>
            <p:cNvSpPr/>
            <p:nvPr/>
          </p:nvSpPr>
          <p:spPr>
            <a:xfrm>
              <a:off x="6362700" y="10668000"/>
              <a:ext cx="9525" cy="619125"/>
            </a:xfrm>
            <a:custGeom>
              <a:avLst/>
              <a:gdLst/>
              <a:ahLst/>
              <a:cxnLst/>
              <a:rect l="l" t="t" r="r" b="b"/>
              <a:pathLst>
                <a:path w="9525" h="619125">
                  <a:moveTo>
                    <a:pt x="0" y="619125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7B45B4"/>
              </a:solidFill>
            </a:ln>
          </p:spPr>
        </p:sp>
        <p:sp>
          <p:nvSpPr>
            <p:cNvPr id="137" name="Line 137"/>
            <p:cNvSpPr/>
            <p:nvPr/>
          </p:nvSpPr>
          <p:spPr>
            <a:xfrm>
              <a:off x="6362700" y="10668000"/>
              <a:ext cx="542925" cy="1"/>
            </a:xfrm>
            <a:prstGeom prst="line">
              <a:avLst/>
            </a:prstGeom>
            <a:noFill/>
            <a:ln w="38100">
              <a:solidFill>
                <a:srgbClr val="7B45B4"/>
              </a:solidFill>
              <a:tailEnd type="triangle" w="lg" len="lg"/>
            </a:ln>
          </p:spPr>
        </p:sp>
        <p:sp>
          <p:nvSpPr>
            <p:cNvPr id="138" name="Freeform 138"/>
            <p:cNvSpPr/>
            <p:nvPr/>
          </p:nvSpPr>
          <p:spPr>
            <a:xfrm>
              <a:off x="8858250" y="10125075"/>
              <a:ext cx="1971675" cy="133350"/>
            </a:xfrm>
            <a:custGeom>
              <a:avLst/>
              <a:gdLst/>
              <a:ahLst/>
              <a:cxnLst/>
              <a:rect l="l" t="t" r="r" b="b"/>
              <a:pathLst>
                <a:path w="1971675" h="133350">
                  <a:moveTo>
                    <a:pt x="0" y="0"/>
                  </a:moveTo>
                  <a:lnTo>
                    <a:pt x="0" y="133350"/>
                  </a:lnTo>
                  <a:lnTo>
                    <a:pt x="1971675" y="133350"/>
                  </a:lnTo>
                  <a:lnTo>
                    <a:pt x="1971675" y="0"/>
                  </a:lnTo>
                </a:path>
              </a:pathLst>
            </a:custGeom>
            <a:noFill/>
            <a:ln w="28575">
              <a:solidFill>
                <a:srgbClr val="0F568F"/>
              </a:solidFill>
            </a:ln>
          </p:spPr>
        </p:sp>
        <p:sp>
          <p:nvSpPr>
            <p:cNvPr id="139" name="Line 139"/>
            <p:cNvSpPr/>
            <p:nvPr/>
          </p:nvSpPr>
          <p:spPr>
            <a:xfrm>
              <a:off x="8258175" y="10582275"/>
              <a:ext cx="619125" cy="1"/>
            </a:xfrm>
            <a:prstGeom prst="line">
              <a:avLst/>
            </a:prstGeom>
            <a:noFill/>
            <a:ln w="38100">
              <a:solidFill>
                <a:srgbClr val="E8742C"/>
              </a:solidFill>
              <a:tailEnd type="triangle" w="lg" len="lg"/>
            </a:ln>
          </p:spPr>
        </p:sp>
        <p:sp>
          <p:nvSpPr>
            <p:cNvPr id="140" name="Line 140"/>
            <p:cNvSpPr/>
            <p:nvPr/>
          </p:nvSpPr>
          <p:spPr>
            <a:xfrm>
              <a:off x="9886950" y="11029950"/>
              <a:ext cx="1" cy="352425"/>
            </a:xfrm>
            <a:prstGeom prst="line">
              <a:avLst/>
            </a:prstGeom>
            <a:noFill/>
            <a:ln w="38100">
              <a:solidFill>
                <a:srgbClr val="0F568F"/>
              </a:solidFill>
              <a:tailEnd type="triangle" w="lg" len="lg"/>
            </a:ln>
          </p:spPr>
        </p:sp>
        <p:sp>
          <p:nvSpPr>
            <p:cNvPr id="141" name="Line 141"/>
            <p:cNvSpPr/>
            <p:nvPr/>
          </p:nvSpPr>
          <p:spPr>
            <a:xfrm>
              <a:off x="9886950" y="11668125"/>
              <a:ext cx="1" cy="1114425"/>
            </a:xfrm>
            <a:prstGeom prst="line">
              <a:avLst/>
            </a:prstGeom>
            <a:noFill/>
            <a:ln w="38100">
              <a:solidFill>
                <a:srgbClr val="0F568F"/>
              </a:solidFill>
              <a:tailEnd type="triangle" w="lg" len="lg"/>
            </a:ln>
          </p:spPr>
        </p:sp>
        <p:sp>
          <p:nvSpPr>
            <p:cNvPr id="142" name="Line 142"/>
            <p:cNvSpPr/>
            <p:nvPr/>
          </p:nvSpPr>
          <p:spPr>
            <a:xfrm>
              <a:off x="2324100" y="13811250"/>
              <a:ext cx="5229225" cy="1"/>
            </a:xfrm>
            <a:prstGeom prst="line">
              <a:avLst/>
            </a:prstGeom>
            <a:noFill/>
            <a:ln w="38100">
              <a:solidFill>
                <a:srgbClr val="4C8750"/>
              </a:solidFill>
              <a:tailEnd type="triangle" w="lg" len="lg"/>
            </a:ln>
          </p:spPr>
        </p:sp>
        <p:sp>
          <p:nvSpPr>
            <p:cNvPr id="143" name="Line 143"/>
            <p:cNvSpPr/>
            <p:nvPr/>
          </p:nvSpPr>
          <p:spPr>
            <a:xfrm>
              <a:off x="12049125" y="11430000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28575">
              <a:solidFill>
                <a:srgbClr val="000000"/>
              </a:solidFill>
            </a:ln>
          </p:spPr>
        </p:sp>
        <p:sp>
          <p:nvSpPr>
            <p:cNvPr id="144" name="Line 144"/>
            <p:cNvSpPr/>
            <p:nvPr/>
          </p:nvSpPr>
          <p:spPr>
            <a:xfrm>
              <a:off x="12049125" y="11953875"/>
              <a:ext cx="2000250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tailEnd type="triangle" w="lg" len="lg"/>
            </a:ln>
          </p:spPr>
        </p:sp>
        <p:sp>
          <p:nvSpPr>
            <p:cNvPr id="145" name="Line 145"/>
            <p:cNvSpPr/>
            <p:nvPr/>
          </p:nvSpPr>
          <p:spPr>
            <a:xfrm>
              <a:off x="16573500" y="11325225"/>
              <a:ext cx="9525" cy="628650"/>
            </a:xfrm>
            <a:custGeom>
              <a:avLst/>
              <a:gdLst/>
              <a:ahLst/>
              <a:cxnLst/>
              <a:rect l="l" t="t" r="r" b="b"/>
              <a:pathLst>
                <a:path w="9525" h="628650">
                  <a:moveTo>
                    <a:pt x="0" y="0"/>
                  </a:moveTo>
                  <a:lnTo>
                    <a:pt x="0" y="628650"/>
                  </a:lnTo>
                </a:path>
              </a:pathLst>
            </a:custGeom>
            <a:noFill/>
            <a:ln w="28575">
              <a:solidFill>
                <a:srgbClr val="000000"/>
              </a:solidFill>
            </a:ln>
          </p:spPr>
        </p:sp>
        <p:sp>
          <p:nvSpPr>
            <p:cNvPr id="146" name="Line 146"/>
            <p:cNvSpPr/>
            <p:nvPr/>
          </p:nvSpPr>
          <p:spPr>
            <a:xfrm flipH="1">
              <a:off x="15020925" y="11953875"/>
              <a:ext cx="1552575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tailEnd type="triangle" w="lg" len="lg"/>
            </a:ln>
          </p:spPr>
        </p:sp>
        <p:sp>
          <p:nvSpPr>
            <p:cNvPr id="147" name="Polygon 147"/>
            <p:cNvSpPr/>
            <p:nvPr/>
          </p:nvSpPr>
          <p:spPr>
            <a:xfrm>
              <a:off x="10287000" y="12906375"/>
              <a:ext cx="1238250" cy="952500"/>
            </a:xfrm>
            <a:custGeom>
              <a:avLst/>
              <a:gdLst/>
              <a:ahLst/>
              <a:cxnLst/>
              <a:rect l="l" t="t" r="r" b="b"/>
              <a:pathLst>
                <a:path w="1238250" h="952500">
                  <a:moveTo>
                    <a:pt x="0" y="190500"/>
                  </a:moveTo>
                  <a:lnTo>
                    <a:pt x="781050" y="190500"/>
                  </a:lnTo>
                  <a:lnTo>
                    <a:pt x="781050" y="0"/>
                  </a:lnTo>
                  <a:lnTo>
                    <a:pt x="1238250" y="476250"/>
                  </a:lnTo>
                  <a:lnTo>
                    <a:pt x="781050" y="952500"/>
                  </a:lnTo>
                  <a:lnTo>
                    <a:pt x="78105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</a:ln>
          </p:spPr>
        </p:sp>
      </p:grpSp>
      <p:grpSp>
        <p:nvGrpSpPr>
          <p:cNvPr id="230" name="Group 230"/>
          <p:cNvGrpSpPr/>
          <p:nvPr/>
        </p:nvGrpSpPr>
        <p:grpSpPr>
          <a:xfrm>
            <a:off x="429613" y="156210"/>
            <a:ext cx="16568345" cy="14109859"/>
            <a:chOff x="429613" y="156210"/>
            <a:chExt cx="16568345" cy="14109859"/>
          </a:xfrm>
        </p:grpSpPr>
        <p:sp>
          <p:nvSpPr>
            <p:cNvPr id="149" name="TextBox 149"/>
            <p:cNvSpPr txBox="1"/>
            <p:nvPr/>
          </p:nvSpPr>
          <p:spPr>
            <a:xfrm>
              <a:off x="7134856" y="156210"/>
              <a:ext cx="413258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C00000"/>
                  </a:solidFill>
                  <a:latin typeface="var(--font-serif)"/>
                  <a:ea typeface="Microsoft YaHei"/>
                  <a:cs typeface="var(--font-serif)"/>
                </a:rPr>
                <a:t>Camera Grid Rendering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813387" y="305276"/>
              <a:ext cx="2373725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Reference Video V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14399371" y="305276"/>
              <a:ext cx="183365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Camera Grid G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1911428" y="1639252"/>
              <a:ext cx="65389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...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14989253" y="1639252"/>
              <a:ext cx="65389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...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5723192" y="1630680"/>
              <a:ext cx="66941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Pose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5345144" y="1964055"/>
              <a:ext cx="142551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Estimator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7634859" y="791051"/>
              <a:ext cx="242773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Camera Extrinsics</a:t>
              </a:r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10485430" y="1391126"/>
              <a:ext cx="1698641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Focal Length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7991518" y="3232785"/>
              <a:ext cx="15429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C000"/>
                  </a:solidFill>
                  <a:latin typeface="var(--font-serif)"/>
                  <a:ea typeface="Microsoft YaHei"/>
                  <a:cs typeface="var(--font-serif)"/>
                </a:rPr>
                <a:t>Training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429613" y="3810476"/>
              <a:ext cx="2360224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Reference Image I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760809" y="5493544"/>
              <a:ext cx="169783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Camera Grid G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791861" y="7266622"/>
              <a:ext cx="163572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Noisy Latent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4367439" y="3699510"/>
              <a:ext cx="280942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8A3C00"/>
                  </a:solidFill>
                  <a:latin typeface="var(--font-serif)"/>
                  <a:ea typeface="Microsoft YaHei"/>
                  <a:cs typeface="var(--font-serif)"/>
                </a:rPr>
                <a:t>Visual Encoding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4045910" y="4866322"/>
              <a:ext cx="84262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3D VAE</a:t>
              </a:r>
            </a:p>
          </p:txBody>
        </p:sp>
        <p:sp>
          <p:nvSpPr>
            <p:cNvPr id="164" name="TextBox 164"/>
            <p:cNvSpPr txBox="1"/>
            <p:nvPr/>
          </p:nvSpPr>
          <p:spPr>
            <a:xfrm>
              <a:off x="4045910" y="6495098"/>
              <a:ext cx="84262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3D VAE</a:t>
              </a:r>
            </a:p>
          </p:txBody>
        </p:sp>
        <p:sp>
          <p:nvSpPr>
            <p:cNvPr id="165" name="TextBox 165"/>
            <p:cNvSpPr txBox="1"/>
            <p:nvPr/>
          </p:nvSpPr>
          <p:spPr>
            <a:xfrm>
              <a:off x="9748683" y="3572351"/>
              <a:ext cx="848035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Frame</a:t>
              </a:r>
            </a:p>
          </p:txBody>
        </p:sp>
        <p:sp>
          <p:nvSpPr>
            <p:cNvPr id="166" name="TextBox 166"/>
            <p:cNvSpPr txBox="1"/>
            <p:nvPr/>
          </p:nvSpPr>
          <p:spPr>
            <a:xfrm>
              <a:off x="9215366" y="3893820"/>
              <a:ext cx="191466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Concatenation</a:t>
              </a:r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11148762" y="4953476"/>
              <a:ext cx="1172075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Patchify</a:t>
              </a:r>
            </a:p>
          </p:txBody>
        </p:sp>
        <p:sp>
          <p:nvSpPr>
            <p:cNvPr id="168" name="TextBox 168"/>
            <p:cNvSpPr txBox="1"/>
            <p:nvPr/>
          </p:nvSpPr>
          <p:spPr>
            <a:xfrm>
              <a:off x="12637222" y="5451158"/>
              <a:ext cx="40495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...</a:t>
              </a:r>
            </a:p>
          </p:txBody>
        </p:sp>
        <p:sp>
          <p:nvSpPr>
            <p:cNvPr id="169" name="TextBox 169"/>
            <p:cNvSpPr txBox="1"/>
            <p:nvPr/>
          </p:nvSpPr>
          <p:spPr>
            <a:xfrm>
              <a:off x="12656272" y="7594282"/>
              <a:ext cx="40495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...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13399371" y="5093018"/>
              <a:ext cx="1760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C69A3"/>
                  </a:solidFill>
                  <a:latin typeface="var(--font-serif)"/>
                  <a:ea typeface="Microsoft YaHei"/>
                  <a:cs typeface="var(--font-serif)"/>
                </a:rPr>
                <a:t>M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13399371" y="5307330"/>
              <a:ext cx="1760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C69A3"/>
                  </a:solidFill>
                  <a:latin typeface="var(--font-serif)"/>
                  <a:ea typeface="Microsoft YaHei"/>
                  <a:cs typeface="var(--font-serif)"/>
                </a:rPr>
                <a:t>M</a:t>
              </a:r>
            </a:p>
          </p:txBody>
        </p:sp>
        <p:sp>
          <p:nvSpPr>
            <p:cNvPr id="172" name="TextBox 172"/>
            <p:cNvSpPr txBox="1"/>
            <p:nvPr/>
          </p:nvSpPr>
          <p:spPr>
            <a:xfrm>
              <a:off x="13418274" y="552164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C69A3"/>
                  </a:solidFill>
                  <a:latin typeface="var(--font-serif)"/>
                  <a:ea typeface="Microsoft YaHei"/>
                  <a:cs typeface="var(--font-serif)"/>
                </a:rPr>
                <a:t>D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13441901" y="5735955"/>
              <a:ext cx="909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C69A3"/>
                  </a:solidFill>
                  <a:latin typeface="var(--font-serif)"/>
                  <a:ea typeface="Microsoft YaHei"/>
                  <a:cs typeface="var(--font-serif)"/>
                </a:rPr>
                <a:t>i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13418274" y="595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C69A3"/>
                  </a:solidFill>
                  <a:latin typeface="var(--font-serif)"/>
                  <a:ea typeface="Microsoft YaHei"/>
                  <a:cs typeface="var(--font-serif)"/>
                </a:rPr>
                <a:t>T</a:t>
              </a:r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13418274" y="6164580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C69A3"/>
                  </a:solidFill>
                  <a:latin typeface="var(--font-serif)"/>
                  <a:ea typeface="Microsoft YaHei"/>
                  <a:cs typeface="var(--font-serif)"/>
                </a:rPr>
                <a:t>B</a:t>
              </a:r>
            </a:p>
          </p:txBody>
        </p:sp>
        <p:sp>
          <p:nvSpPr>
            <p:cNvPr id="176" name="TextBox 176"/>
            <p:cNvSpPr txBox="1"/>
            <p:nvPr/>
          </p:nvSpPr>
          <p:spPr>
            <a:xfrm>
              <a:off x="13441901" y="6378892"/>
              <a:ext cx="909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C69A3"/>
                  </a:solidFill>
                  <a:latin typeface="var(--font-serif)"/>
                  <a:ea typeface="Microsoft YaHei"/>
                  <a:cs typeface="var(--font-serif)"/>
                </a:rPr>
                <a:t>l</a:t>
              </a:r>
            </a:p>
          </p:txBody>
        </p:sp>
        <p:sp>
          <p:nvSpPr>
            <p:cNvPr id="177" name="TextBox 177"/>
            <p:cNvSpPr txBox="1"/>
            <p:nvPr/>
          </p:nvSpPr>
          <p:spPr>
            <a:xfrm>
              <a:off x="13418274" y="6593205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C69A3"/>
                  </a:solidFill>
                  <a:latin typeface="var(--font-serif)"/>
                  <a:ea typeface="Microsoft YaHei"/>
                  <a:cs typeface="var(--font-serif)"/>
                </a:rPr>
                <a:t>o</a:t>
              </a:r>
            </a:p>
          </p:txBody>
        </p:sp>
        <p:sp>
          <p:nvSpPr>
            <p:cNvPr id="178" name="TextBox 178"/>
            <p:cNvSpPr txBox="1"/>
            <p:nvPr/>
          </p:nvSpPr>
          <p:spPr>
            <a:xfrm>
              <a:off x="13418274" y="68075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C69A3"/>
                  </a:solidFill>
                  <a:latin typeface="var(--font-serif)"/>
                  <a:ea typeface="Microsoft YaHei"/>
                  <a:cs typeface="var(--font-serif)"/>
                </a:rPr>
                <a:t>c</a:t>
              </a:r>
            </a:p>
          </p:txBody>
        </p:sp>
        <p:sp>
          <p:nvSpPr>
            <p:cNvPr id="179" name="TextBox 179"/>
            <p:cNvSpPr txBox="1"/>
            <p:nvPr/>
          </p:nvSpPr>
          <p:spPr>
            <a:xfrm>
              <a:off x="13418274" y="7021830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C69A3"/>
                  </a:solidFill>
                  <a:latin typeface="var(--font-serif)"/>
                  <a:ea typeface="Microsoft YaHei"/>
                  <a:cs typeface="var(--font-serif)"/>
                </a:rPr>
                <a:t>k</a:t>
              </a:r>
            </a:p>
          </p:txBody>
        </p:sp>
        <p:sp>
          <p:nvSpPr>
            <p:cNvPr id="180" name="TextBox 180"/>
            <p:cNvSpPr txBox="1"/>
            <p:nvPr/>
          </p:nvSpPr>
          <p:spPr>
            <a:xfrm>
              <a:off x="14371153" y="4677728"/>
              <a:ext cx="25179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1C69A3"/>
                  </a:solidFill>
                  <a:latin typeface="var(--font-serif)"/>
                  <a:ea typeface="Microsoft YaHei"/>
                  <a:cs typeface="var(--font-serif)"/>
                </a:rPr>
                <a:t>x</a:t>
              </a:r>
            </a:p>
          </p:txBody>
        </p:sp>
        <p:sp>
          <p:nvSpPr>
            <p:cNvPr id="181" name="TextBox 181"/>
            <p:cNvSpPr txBox="1"/>
            <p:nvPr/>
          </p:nvSpPr>
          <p:spPr>
            <a:xfrm>
              <a:off x="14371153" y="5115878"/>
              <a:ext cx="25179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1C69A3"/>
                  </a:solidFill>
                  <a:latin typeface="var(--font-serif)"/>
                  <a:ea typeface="Microsoft YaHei"/>
                  <a:cs typeface="var(--font-serif)"/>
                </a:rPr>
                <a:t>N</a:t>
              </a:r>
            </a:p>
          </p:txBody>
        </p:sp>
        <p:sp>
          <p:nvSpPr>
            <p:cNvPr id="182" name="TextBox 182"/>
            <p:cNvSpPr txBox="1"/>
            <p:nvPr/>
          </p:nvSpPr>
          <p:spPr>
            <a:xfrm>
              <a:off x="10004774" y="7609522"/>
              <a:ext cx="62160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Text</a:t>
              </a:r>
            </a:p>
          </p:txBody>
        </p:sp>
        <p:sp>
          <p:nvSpPr>
            <p:cNvPr id="183" name="TextBox 183"/>
            <p:cNvSpPr txBox="1"/>
            <p:nvPr/>
          </p:nvSpPr>
          <p:spPr>
            <a:xfrm>
              <a:off x="9656540" y="8013382"/>
              <a:ext cx="13180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8A5C22"/>
                  </a:solidFill>
                  <a:latin typeface="var(--font-serif)"/>
                  <a:ea typeface="Microsoft YaHei"/>
                  <a:cs typeface="var(--font-serif)"/>
                </a:rPr>
                <a:t>Referencing</a:t>
              </a:r>
            </a:p>
          </p:txBody>
        </p:sp>
        <p:sp>
          <p:nvSpPr>
            <p:cNvPr id="184" name="TextBox 184"/>
            <p:cNvSpPr txBox="1"/>
            <p:nvPr/>
          </p:nvSpPr>
          <p:spPr>
            <a:xfrm>
              <a:off x="9519023" y="8275320"/>
              <a:ext cx="159310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8A5C22"/>
                  </a:solidFill>
                  <a:latin typeface="var(--font-serif)"/>
                  <a:ea typeface="Microsoft YaHei"/>
                  <a:cs typeface="var(--font-serif)"/>
                </a:rPr>
                <a:t>camera motion</a:t>
              </a:r>
            </a:p>
          </p:txBody>
        </p:sp>
        <p:sp>
          <p:nvSpPr>
            <p:cNvPr id="185" name="TextBox 185"/>
            <p:cNvSpPr txBox="1"/>
            <p:nvPr/>
          </p:nvSpPr>
          <p:spPr>
            <a:xfrm>
              <a:off x="9508022" y="8537258"/>
              <a:ext cx="161510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8A5C22"/>
                  </a:solidFill>
                  <a:latin typeface="var(--font-serif)"/>
                  <a:ea typeface="Microsoft YaHei"/>
                  <a:cs typeface="var(--font-serif)"/>
                </a:rPr>
                <a:t>from the video</a:t>
              </a:r>
            </a:p>
          </p:txBody>
        </p:sp>
        <p:sp>
          <p:nvSpPr>
            <p:cNvPr id="186" name="TextBox 186"/>
            <p:cNvSpPr txBox="1"/>
            <p:nvPr/>
          </p:nvSpPr>
          <p:spPr>
            <a:xfrm>
              <a:off x="15522773" y="3572351"/>
              <a:ext cx="996553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Output</a:t>
              </a:r>
            </a:p>
          </p:txBody>
        </p:sp>
        <p:sp>
          <p:nvSpPr>
            <p:cNvPr id="187" name="TextBox 187"/>
            <p:cNvSpPr txBox="1"/>
            <p:nvPr/>
          </p:nvSpPr>
          <p:spPr>
            <a:xfrm>
              <a:off x="7821249" y="9176385"/>
              <a:ext cx="184540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0070C0"/>
                  </a:solidFill>
                  <a:latin typeface="var(--font-serif)"/>
                  <a:ea typeface="Microsoft YaHei"/>
                  <a:cs typeface="var(--font-serif)"/>
                </a:rPr>
                <a:t>Inference</a:t>
              </a:r>
            </a:p>
          </p:txBody>
        </p:sp>
        <p:sp>
          <p:nvSpPr>
            <p:cNvPr id="188" name="TextBox 188"/>
            <p:cNvSpPr txBox="1"/>
            <p:nvPr/>
          </p:nvSpPr>
          <p:spPr>
            <a:xfrm>
              <a:off x="881360" y="10398919"/>
              <a:ext cx="128528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dirty="0">
                  <a:solidFill>
                    <a:srgbClr val="7B45B4"/>
                  </a:solidFill>
                  <a:latin typeface="var(--font-serif)"/>
                  <a:ea typeface="Microsoft YaHei"/>
                  <a:cs typeface="var(--font-serif)"/>
                </a:rPr>
                <a:t>Reference</a:t>
              </a:r>
            </a:p>
          </p:txBody>
        </p:sp>
        <p:sp>
          <p:nvSpPr>
            <p:cNvPr id="189" name="TextBox 189"/>
            <p:cNvSpPr txBox="1"/>
            <p:nvPr/>
          </p:nvSpPr>
          <p:spPr>
            <a:xfrm>
              <a:off x="1081385" y="10696575"/>
              <a:ext cx="88523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dirty="0">
                  <a:solidFill>
                    <a:srgbClr val="7B45B4"/>
                  </a:solidFill>
                  <a:latin typeface="var(--font-serif)"/>
                  <a:ea typeface="Microsoft YaHei"/>
                  <a:cs typeface="var(--font-serif)"/>
                </a:rPr>
                <a:t>Video V</a:t>
              </a:r>
            </a:p>
          </p:txBody>
        </p:sp>
        <p:sp>
          <p:nvSpPr>
            <p:cNvPr id="190" name="TextBox 190"/>
            <p:cNvSpPr txBox="1"/>
            <p:nvPr/>
          </p:nvSpPr>
          <p:spPr>
            <a:xfrm>
              <a:off x="1234678" y="12113419"/>
              <a:ext cx="59769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dirty="0">
                  <a:solidFill>
                    <a:srgbClr val="0F376F"/>
                  </a:solidFill>
                  <a:latin typeface="var(--font-serif)"/>
                  <a:ea typeface="Microsoft YaHei"/>
                  <a:cs typeface="var(--font-serif)"/>
                </a:rPr>
                <a:t>User</a:t>
              </a:r>
            </a:p>
          </p:txBody>
        </p:sp>
        <p:sp>
          <p:nvSpPr>
            <p:cNvPr id="191" name="TextBox 191"/>
            <p:cNvSpPr txBox="1"/>
            <p:nvPr/>
          </p:nvSpPr>
          <p:spPr>
            <a:xfrm>
              <a:off x="1072158" y="12408694"/>
              <a:ext cx="92273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dirty="0">
                  <a:solidFill>
                    <a:srgbClr val="0F376F"/>
                  </a:solidFill>
                  <a:latin typeface="var(--font-serif)"/>
                  <a:ea typeface="Microsoft YaHei"/>
                  <a:cs typeface="var(--font-serif)"/>
                </a:rPr>
                <a:t>Prompt</a:t>
              </a:r>
            </a:p>
          </p:txBody>
        </p:sp>
        <p:sp>
          <p:nvSpPr>
            <p:cNvPr id="192" name="TextBox 192"/>
            <p:cNvSpPr txBox="1"/>
            <p:nvPr/>
          </p:nvSpPr>
          <p:spPr>
            <a:xfrm>
              <a:off x="871835" y="13589794"/>
              <a:ext cx="128528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dirty="0">
                  <a:solidFill>
                    <a:srgbClr val="4C8750"/>
                  </a:solidFill>
                  <a:latin typeface="var(--font-serif)"/>
                  <a:ea typeface="Microsoft YaHei"/>
                  <a:cs typeface="var(--font-serif)"/>
                </a:rPr>
                <a:t>Reference</a:t>
              </a:r>
            </a:p>
          </p:txBody>
        </p:sp>
        <p:sp>
          <p:nvSpPr>
            <p:cNvPr id="193" name="TextBox 193"/>
            <p:cNvSpPr txBox="1"/>
            <p:nvPr/>
          </p:nvSpPr>
          <p:spPr>
            <a:xfrm>
              <a:off x="1153120" y="13885069"/>
              <a:ext cx="72270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dirty="0">
                  <a:solidFill>
                    <a:srgbClr val="4C8750"/>
                  </a:solidFill>
                  <a:latin typeface="var(--font-serif)"/>
                  <a:ea typeface="Microsoft YaHei"/>
                  <a:cs typeface="var(--font-serif)"/>
                </a:rPr>
                <a:t>Image</a:t>
              </a:r>
            </a:p>
          </p:txBody>
        </p:sp>
        <p:sp>
          <p:nvSpPr>
            <p:cNvPr id="194" name="TextBox 194"/>
            <p:cNvSpPr txBox="1"/>
            <p:nvPr/>
          </p:nvSpPr>
          <p:spPr>
            <a:xfrm>
              <a:off x="2906554" y="9790748"/>
              <a:ext cx="134969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Transition</a:t>
              </a:r>
            </a:p>
          </p:txBody>
        </p:sp>
        <p:sp>
          <p:nvSpPr>
            <p:cNvPr id="195" name="TextBox 195"/>
            <p:cNvSpPr txBox="1"/>
            <p:nvPr/>
          </p:nvSpPr>
          <p:spPr>
            <a:xfrm>
              <a:off x="2945559" y="10100310"/>
              <a:ext cx="127168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Detection</a:t>
              </a:r>
            </a:p>
          </p:txBody>
        </p:sp>
        <p:sp>
          <p:nvSpPr>
            <p:cNvPr id="196" name="TextBox 196"/>
            <p:cNvSpPr txBox="1"/>
            <p:nvPr/>
          </p:nvSpPr>
          <p:spPr>
            <a:xfrm>
              <a:off x="3289649" y="10981372"/>
              <a:ext cx="62160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Pose</a:t>
              </a:r>
            </a:p>
          </p:txBody>
        </p:sp>
        <p:sp>
          <p:nvSpPr>
            <p:cNvPr id="197" name="TextBox 197"/>
            <p:cNvSpPr txBox="1"/>
            <p:nvPr/>
          </p:nvSpPr>
          <p:spPr>
            <a:xfrm>
              <a:off x="2899600" y="11290935"/>
              <a:ext cx="140169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Estimation</a:t>
              </a:r>
            </a:p>
          </p:txBody>
        </p:sp>
        <p:sp>
          <p:nvSpPr>
            <p:cNvPr id="198" name="TextBox 198"/>
            <p:cNvSpPr txBox="1"/>
            <p:nvPr/>
          </p:nvSpPr>
          <p:spPr>
            <a:xfrm>
              <a:off x="4599384" y="9779794"/>
              <a:ext cx="129778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dirty="0">
                  <a:solidFill>
                    <a:srgbClr val="914AB8"/>
                  </a:solidFill>
                  <a:latin typeface="var(--font-serif)"/>
                  <a:ea typeface="Microsoft YaHei"/>
                  <a:cs typeface="var(--font-serif)"/>
                </a:rPr>
                <a:t>Transition</a:t>
              </a:r>
            </a:p>
          </p:txBody>
        </p:sp>
        <p:sp>
          <p:nvSpPr>
            <p:cNvPr id="199" name="TextBox 199"/>
            <p:cNvSpPr txBox="1"/>
            <p:nvPr/>
          </p:nvSpPr>
          <p:spPr>
            <a:xfrm>
              <a:off x="4786908" y="10077450"/>
              <a:ext cx="92273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dirty="0">
                  <a:solidFill>
                    <a:srgbClr val="914AB8"/>
                  </a:solidFill>
                  <a:latin typeface="var(--font-serif)"/>
                  <a:ea typeface="Microsoft YaHei"/>
                  <a:cs typeface="var(--font-serif)"/>
                </a:rPr>
                <a:t>Frames</a:t>
              </a:r>
            </a:p>
          </p:txBody>
        </p:sp>
        <p:sp>
          <p:nvSpPr>
            <p:cNvPr id="200" name="TextBox 200"/>
            <p:cNvSpPr txBox="1"/>
            <p:nvPr/>
          </p:nvSpPr>
          <p:spPr>
            <a:xfrm>
              <a:off x="4786908" y="11046619"/>
              <a:ext cx="92273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dirty="0">
                  <a:solidFill>
                    <a:srgbClr val="914AB8"/>
                  </a:solidFill>
                  <a:latin typeface="var(--font-serif)"/>
                  <a:ea typeface="Microsoft YaHei"/>
                  <a:cs typeface="var(--font-serif)"/>
                </a:rPr>
                <a:t>Camera</a:t>
              </a:r>
            </a:p>
          </p:txBody>
        </p:sp>
        <p:sp>
          <p:nvSpPr>
            <p:cNvPr id="201" name="TextBox 201"/>
            <p:cNvSpPr txBox="1"/>
            <p:nvPr/>
          </p:nvSpPr>
          <p:spPr>
            <a:xfrm>
              <a:off x="4880670" y="11344275"/>
              <a:ext cx="73521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dirty="0">
                  <a:solidFill>
                    <a:srgbClr val="914AB8"/>
                  </a:solidFill>
                  <a:latin typeface="var(--font-serif)"/>
                  <a:ea typeface="Microsoft YaHei"/>
                  <a:cs typeface="var(--font-serif)"/>
                </a:rPr>
                <a:t>Poses</a:t>
              </a:r>
            </a:p>
          </p:txBody>
        </p:sp>
        <p:sp>
          <p:nvSpPr>
            <p:cNvPr id="202" name="TextBox 202"/>
            <p:cNvSpPr txBox="1"/>
            <p:nvPr/>
          </p:nvSpPr>
          <p:spPr>
            <a:xfrm>
              <a:off x="7212806" y="10191750"/>
              <a:ext cx="73818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56C20"/>
                  </a:solidFill>
                  <a:latin typeface="var(--font-serif)"/>
                  <a:ea typeface="Microsoft YaHei"/>
                  <a:cs typeface="var(--font-serif)"/>
                </a:rPr>
                <a:t>Camera</a:t>
              </a:r>
            </a:p>
          </p:txBody>
        </p:sp>
        <p:sp>
          <p:nvSpPr>
            <p:cNvPr id="203" name="TextBox 203"/>
            <p:cNvSpPr txBox="1"/>
            <p:nvPr/>
          </p:nvSpPr>
          <p:spPr>
            <a:xfrm>
              <a:off x="7212806" y="10429875"/>
              <a:ext cx="73818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56C20"/>
                  </a:solidFill>
                  <a:latin typeface="var(--font-serif)"/>
                  <a:ea typeface="Microsoft YaHei"/>
                  <a:cs typeface="var(--font-serif)"/>
                </a:rPr>
                <a:t>Prompt</a:t>
              </a:r>
            </a:p>
          </p:txBody>
        </p:sp>
        <p:sp>
          <p:nvSpPr>
            <p:cNvPr id="204" name="TextBox 204"/>
            <p:cNvSpPr txBox="1"/>
            <p:nvPr/>
          </p:nvSpPr>
          <p:spPr>
            <a:xfrm>
              <a:off x="7067788" y="10668000"/>
              <a:ext cx="10282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56C20"/>
                  </a:solidFill>
                  <a:latin typeface="var(--font-serif)"/>
                  <a:ea typeface="Microsoft YaHei"/>
                  <a:cs typeface="var(--font-serif)"/>
                </a:rPr>
                <a:t>Generator</a:t>
              </a:r>
            </a:p>
          </p:txBody>
        </p:sp>
        <p:sp>
          <p:nvSpPr>
            <p:cNvPr id="205" name="TextBox 205"/>
            <p:cNvSpPr txBox="1"/>
            <p:nvPr/>
          </p:nvSpPr>
          <p:spPr>
            <a:xfrm>
              <a:off x="9143048" y="9648825"/>
              <a:ext cx="47815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24A7D"/>
                  </a:solidFill>
                  <a:latin typeface="var(--font-serif)"/>
                  <a:ea typeface="Microsoft YaHei"/>
                  <a:cs typeface="var(--font-serif)"/>
                </a:rPr>
                <a:t>User</a:t>
              </a:r>
            </a:p>
          </p:txBody>
        </p:sp>
        <p:sp>
          <p:nvSpPr>
            <p:cNvPr id="206" name="TextBox 206"/>
            <p:cNvSpPr txBox="1"/>
            <p:nvPr/>
          </p:nvSpPr>
          <p:spPr>
            <a:xfrm>
              <a:off x="9013031" y="9896475"/>
              <a:ext cx="73818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24A7D"/>
                  </a:solidFill>
                  <a:latin typeface="var(--font-serif)"/>
                  <a:ea typeface="Microsoft YaHei"/>
                  <a:cs typeface="var(--font-serif)"/>
                </a:rPr>
                <a:t>Prompt</a:t>
              </a:r>
            </a:p>
          </p:txBody>
        </p:sp>
        <p:sp>
          <p:nvSpPr>
            <p:cNvPr id="207" name="TextBox 207"/>
            <p:cNvSpPr txBox="1"/>
            <p:nvPr/>
          </p:nvSpPr>
          <p:spPr>
            <a:xfrm>
              <a:off x="9934813" y="9648825"/>
              <a:ext cx="10282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A9851"/>
                  </a:solidFill>
                  <a:latin typeface="var(--font-serif)"/>
                  <a:ea typeface="Microsoft YaHei"/>
                  <a:cs typeface="var(--font-serif)"/>
                </a:rPr>
                <a:t>Reference</a:t>
              </a:r>
            </a:p>
          </p:txBody>
        </p:sp>
        <p:sp>
          <p:nvSpPr>
            <p:cNvPr id="208" name="TextBox 208"/>
            <p:cNvSpPr txBox="1"/>
            <p:nvPr/>
          </p:nvSpPr>
          <p:spPr>
            <a:xfrm>
              <a:off x="10159841" y="9896475"/>
              <a:ext cx="5781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A9851"/>
                  </a:solidFill>
                  <a:latin typeface="var(--font-serif)"/>
                  <a:ea typeface="Microsoft YaHei"/>
                  <a:cs typeface="var(--font-serif)"/>
                </a:rPr>
                <a:t>Image</a:t>
              </a:r>
            </a:p>
          </p:txBody>
        </p:sp>
        <p:sp>
          <p:nvSpPr>
            <p:cNvPr id="209" name="TextBox 209"/>
            <p:cNvSpPr txBox="1"/>
            <p:nvPr/>
          </p:nvSpPr>
          <p:spPr>
            <a:xfrm>
              <a:off x="9319320" y="10513219"/>
              <a:ext cx="113526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dirty="0">
                  <a:solidFill>
                    <a:srgbClr val="1D65A0"/>
                  </a:solidFill>
                  <a:latin typeface="var(--font-serif)"/>
                  <a:ea typeface="Microsoft YaHei"/>
                  <a:cs typeface="var(--font-serif)"/>
                </a:rPr>
                <a:t>Semantic</a:t>
              </a:r>
            </a:p>
          </p:txBody>
        </p:sp>
        <p:sp>
          <p:nvSpPr>
            <p:cNvPr id="210" name="TextBox 210"/>
            <p:cNvSpPr txBox="1"/>
            <p:nvPr/>
          </p:nvSpPr>
          <p:spPr>
            <a:xfrm>
              <a:off x="9481840" y="10810875"/>
              <a:ext cx="81022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dirty="0">
                  <a:solidFill>
                    <a:srgbClr val="1D65A0"/>
                  </a:solidFill>
                  <a:latin typeface="var(--font-serif)"/>
                  <a:ea typeface="Microsoft YaHei"/>
                  <a:cs typeface="var(--font-serif)"/>
                </a:rPr>
                <a:t>Fusion</a:t>
              </a:r>
            </a:p>
          </p:txBody>
        </p:sp>
        <p:sp>
          <p:nvSpPr>
            <p:cNvPr id="211" name="TextBox 211"/>
            <p:cNvSpPr txBox="1"/>
            <p:nvPr/>
          </p:nvSpPr>
          <p:spPr>
            <a:xfrm>
              <a:off x="9169206" y="11405711"/>
              <a:ext cx="1435489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Final Prompt</a:t>
              </a:r>
            </a:p>
          </p:txBody>
        </p:sp>
        <p:sp>
          <p:nvSpPr>
            <p:cNvPr id="212" name="TextBox 212"/>
            <p:cNvSpPr txBox="1"/>
            <p:nvPr/>
          </p:nvSpPr>
          <p:spPr>
            <a:xfrm>
              <a:off x="7846445" y="13069252"/>
              <a:ext cx="238556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OmniDirector</a:t>
              </a:r>
            </a:p>
          </p:txBody>
        </p:sp>
        <p:sp>
          <p:nvSpPr>
            <p:cNvPr id="213" name="TextBox 213"/>
            <p:cNvSpPr txBox="1"/>
            <p:nvPr/>
          </p:nvSpPr>
          <p:spPr>
            <a:xfrm>
              <a:off x="12264926" y="9684544"/>
              <a:ext cx="423564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dirty="0">
                  <a:solidFill>
                    <a:srgbClr val="E56C20"/>
                  </a:solidFill>
                  <a:latin typeface="var(--font-serif)"/>
                  <a:ea typeface="Microsoft YaHei"/>
                  <a:cs typeface="var(--font-serif)"/>
                </a:rPr>
                <a:t>Camera Prompt Generator Training</a:t>
              </a:r>
            </a:p>
          </p:txBody>
        </p:sp>
        <p:sp>
          <p:nvSpPr>
            <p:cNvPr id="214" name="TextBox 214"/>
            <p:cNvSpPr txBox="1"/>
            <p:nvPr/>
          </p:nvSpPr>
          <p:spPr>
            <a:xfrm>
              <a:off x="11515249" y="10236518"/>
              <a:ext cx="9344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Transition</a:t>
              </a:r>
            </a:p>
          </p:txBody>
        </p:sp>
        <p:sp>
          <p:nvSpPr>
            <p:cNvPr id="215" name="TextBox 215"/>
            <p:cNvSpPr txBox="1"/>
            <p:nvPr/>
          </p:nvSpPr>
          <p:spPr>
            <a:xfrm>
              <a:off x="11650266" y="10450830"/>
              <a:ext cx="6643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Frames</a:t>
              </a:r>
            </a:p>
          </p:txBody>
        </p:sp>
        <p:sp>
          <p:nvSpPr>
            <p:cNvPr id="216" name="TextBox 216"/>
            <p:cNvSpPr txBox="1"/>
            <p:nvPr/>
          </p:nvSpPr>
          <p:spPr>
            <a:xfrm>
              <a:off x="11650266" y="10922318"/>
              <a:ext cx="6643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Camera</a:t>
              </a:r>
            </a:p>
          </p:txBody>
        </p:sp>
        <p:sp>
          <p:nvSpPr>
            <p:cNvPr id="217" name="TextBox 217"/>
            <p:cNvSpPr txBox="1"/>
            <p:nvPr/>
          </p:nvSpPr>
          <p:spPr>
            <a:xfrm>
              <a:off x="11717774" y="11136630"/>
              <a:ext cx="5293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Poses</a:t>
              </a:r>
            </a:p>
          </p:txBody>
        </p:sp>
        <p:sp>
          <p:nvSpPr>
            <p:cNvPr id="218" name="TextBox 218"/>
            <p:cNvSpPr txBox="1"/>
            <p:nvPr/>
          </p:nvSpPr>
          <p:spPr>
            <a:xfrm>
              <a:off x="11966079" y="10560844"/>
              <a:ext cx="18514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+</a:t>
              </a:r>
            </a:p>
          </p:txBody>
        </p:sp>
        <p:sp>
          <p:nvSpPr>
            <p:cNvPr id="219" name="TextBox 219"/>
            <p:cNvSpPr txBox="1"/>
            <p:nvPr/>
          </p:nvSpPr>
          <p:spPr>
            <a:xfrm>
              <a:off x="12838748" y="10193179"/>
              <a:ext cx="366295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1. Multi-shot relationship analyzing</a:t>
              </a:r>
            </a:p>
          </p:txBody>
        </p:sp>
        <p:sp>
          <p:nvSpPr>
            <p:cNvPr id="220" name="TextBox 220"/>
            <p:cNvSpPr txBox="1"/>
            <p:nvPr/>
          </p:nvSpPr>
          <p:spPr>
            <a:xfrm>
              <a:off x="12838748" y="10443210"/>
              <a:ext cx="322190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2. Pose-to-prompt translation</a:t>
              </a:r>
            </a:p>
          </p:txBody>
        </p:sp>
        <p:sp>
          <p:nvSpPr>
            <p:cNvPr id="221" name="TextBox 221"/>
            <p:cNvSpPr txBox="1"/>
            <p:nvPr/>
          </p:nvSpPr>
          <p:spPr>
            <a:xfrm>
              <a:off x="12838748" y="10693241"/>
              <a:ext cx="27178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3. Video-based correction</a:t>
              </a:r>
            </a:p>
          </p:txBody>
        </p:sp>
        <p:sp>
          <p:nvSpPr>
            <p:cNvPr id="222" name="TextBox 222"/>
            <p:cNvSpPr txBox="1"/>
            <p:nvPr/>
          </p:nvSpPr>
          <p:spPr>
            <a:xfrm>
              <a:off x="12838748" y="10943272"/>
              <a:ext cx="211926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4. Human annotation</a:t>
              </a:r>
            </a:p>
          </p:txBody>
        </p:sp>
        <p:sp>
          <p:nvSpPr>
            <p:cNvPr id="223" name="TextBox 223"/>
            <p:cNvSpPr txBox="1"/>
            <p:nvPr/>
          </p:nvSpPr>
          <p:spPr>
            <a:xfrm>
              <a:off x="16149042" y="10681811"/>
              <a:ext cx="84891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Camera</a:t>
              </a:r>
            </a:p>
          </p:txBody>
        </p:sp>
        <p:sp>
          <p:nvSpPr>
            <p:cNvPr id="224" name="TextBox 224"/>
            <p:cNvSpPr txBox="1"/>
            <p:nvPr/>
          </p:nvSpPr>
          <p:spPr>
            <a:xfrm>
              <a:off x="16149042" y="10958036"/>
              <a:ext cx="84891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Prompt</a:t>
              </a:r>
            </a:p>
          </p:txBody>
        </p:sp>
        <p:sp>
          <p:nvSpPr>
            <p:cNvPr id="225" name="TextBox 225"/>
            <p:cNvSpPr txBox="1"/>
            <p:nvPr/>
          </p:nvSpPr>
          <p:spPr>
            <a:xfrm>
              <a:off x="14172343" y="11829098"/>
              <a:ext cx="72561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MLLM</a:t>
              </a:r>
            </a:p>
          </p:txBody>
        </p:sp>
        <p:sp>
          <p:nvSpPr>
            <p:cNvPr id="226" name="TextBox 226"/>
            <p:cNvSpPr txBox="1"/>
            <p:nvPr/>
          </p:nvSpPr>
          <p:spPr>
            <a:xfrm>
              <a:off x="12970669" y="11668125"/>
              <a:ext cx="5381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Input</a:t>
              </a:r>
            </a:p>
          </p:txBody>
        </p:sp>
        <p:sp>
          <p:nvSpPr>
            <p:cNvPr id="227" name="TextBox 227"/>
            <p:cNvSpPr txBox="1"/>
            <p:nvPr/>
          </p:nvSpPr>
          <p:spPr>
            <a:xfrm>
              <a:off x="15828169" y="11668125"/>
              <a:ext cx="5381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Label</a:t>
              </a:r>
            </a:p>
          </p:txBody>
        </p:sp>
        <p:sp>
          <p:nvSpPr>
            <p:cNvPr id="228" name="TextBox 228"/>
            <p:cNvSpPr txBox="1"/>
            <p:nvPr/>
          </p:nvSpPr>
          <p:spPr>
            <a:xfrm>
              <a:off x="14132123" y="12449651"/>
              <a:ext cx="996553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Output</a:t>
              </a:r>
            </a:p>
          </p:txBody>
        </p:sp>
        <p:sp>
          <p:nvSpPr>
            <p:cNvPr id="229" name="TextBox 229"/>
            <p:cNvSpPr txBox="1"/>
            <p:nvPr/>
          </p:nvSpPr>
          <p:spPr>
            <a:xfrm>
              <a:off x="15532178" y="13269278"/>
              <a:ext cx="65389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...</a:t>
              </a:r>
            </a:p>
          </p:txBody>
        </p:sp>
      </p:grp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231" name="Editable Equation formula-focal-length"/>
              <p:cNvSpPr txBox="1"/>
              <p:nvPr/>
            </p:nvSpPr>
            <p:spPr>
              <a:xfrm>
                <a:off x="10220325" y="1838325"/>
                <a:ext cx="21907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950"/>
                </a:pPr>
                <a:r>
                  <a:rPr lang="en-US" sz="19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a:rPr lang="en-US" sz="195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f=a×max(H,W)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31" name="Editable Equation formula-focal-length Fallback"/>
              <p:cNvSpPr txBox="1"/>
              <p:nvPr/>
            </p:nvSpPr>
            <p:spPr>
              <a:xfrm>
                <a:off x="10220325" y="1838325"/>
                <a:ext cx="21907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950"/>
                </a:pPr>
                <a:r>
                  <a:rPr lang="en-US" sz="19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f=a\times\max(H,W)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232" name="Editable Equation formula-zi"/>
              <p:cNvSpPr txBox="1"/>
              <p:nvPr/>
            </p:nvSpPr>
            <p:spPr>
              <a:xfrm>
                <a:off x="5738812" y="4405312"/>
                <a:ext cx="1952625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00"/>
                </a:pPr>
                <a:r>
                  <a:rPr lang="en-US" sz="18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8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e>
                        <m:sub>
                          <m:r>
                            <a:rPr lang="en-US" sz="18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a:rPr lang="en-US" sz="180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∈</m:t>
                      </m:r>
                      <m:sSup>
                        <m:e>
                          <m:r>
                            <a:rPr lang="en-US" sz="18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en-US" sz="18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1×H×W×C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232" name="Editable Equation formula-zi Fallback"/>
              <p:cNvSpPr txBox="1"/>
              <p:nvPr/>
            </p:nvSpPr>
            <p:spPr>
              <a:xfrm>
                <a:off x="5738812" y="4405312"/>
                <a:ext cx="1952625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00"/>
                </a:pPr>
                <a:r>
                  <a:rPr lang="en-US" sz="18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z_I\in R^{1\times H\times W\times C}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233" name="Editable Equation formula-zv"/>
              <p:cNvSpPr txBox="1"/>
              <p:nvPr/>
            </p:nvSpPr>
            <p:spPr>
              <a:xfrm>
                <a:off x="5738812" y="5767388"/>
                <a:ext cx="1952625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00"/>
                </a:pPr>
                <a:r>
                  <a:rPr lang="en-US" sz="18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8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e>
                        <m:sub>
                          <m:r>
                            <a:rPr lang="en-US" sz="18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sub>
                      </m:sSub>
                      <m:r>
                        <a:rPr lang="en-US" sz="180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∈</m:t>
                      </m:r>
                      <m:sSup>
                        <m:e>
                          <m:r>
                            <a:rPr lang="en-US" sz="18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en-US" sz="18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T×H×W×C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233" name="Editable Equation formula-zv Fallback"/>
              <p:cNvSpPr txBox="1"/>
              <p:nvPr/>
            </p:nvSpPr>
            <p:spPr>
              <a:xfrm>
                <a:off x="5738812" y="5767388"/>
                <a:ext cx="1952625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00"/>
                </a:pPr>
                <a:r>
                  <a:rPr lang="en-US" sz="18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z_v\in R^{T\times H\times W\times C}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234" name="Editable Equation formula-zc"/>
              <p:cNvSpPr txBox="1"/>
              <p:nvPr/>
            </p:nvSpPr>
            <p:spPr>
              <a:xfrm>
                <a:off x="5738812" y="7529512"/>
                <a:ext cx="1952625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00"/>
                </a:pPr>
                <a:r>
                  <a:rPr lang="en-US" sz="18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8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e>
                        <m:sub>
                          <m:r>
                            <a:rPr lang="en-US" sz="18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  <m:r>
                        <a:rPr lang="en-US" sz="180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∈</m:t>
                      </m:r>
                      <m:sSup>
                        <m:e>
                          <m:r>
                            <a:rPr lang="en-US" sz="18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en-US" sz="18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T×H×W×C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234" name="Editable Equation formula-zc Fallback"/>
              <p:cNvSpPr txBox="1"/>
              <p:nvPr/>
            </p:nvSpPr>
            <p:spPr>
              <a:xfrm>
                <a:off x="5738812" y="7529512"/>
                <a:ext cx="1952625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00"/>
                </a:pPr>
                <a:r>
                  <a:rPr lang="en-US" sz="18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z_c\in R^{T\times H\times W\times C}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235" name="Editable Equation label-zvis"/>
              <p:cNvSpPr txBox="1"/>
              <p:nvPr/>
            </p:nvSpPr>
            <p:spPr>
              <a:xfrm>
                <a:off x="12487275" y="4181475"/>
                <a:ext cx="66675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00"/>
                </a:pPr>
                <a:r>
                  <a:rPr lang="en-US" sz="18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8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vis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35" name="Editable Equation label-zvis Fallback"/>
              <p:cNvSpPr txBox="1"/>
              <p:nvPr/>
            </p:nvSpPr>
            <p:spPr>
              <a:xfrm>
                <a:off x="12487275" y="4181475"/>
                <a:ext cx="66675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00"/>
                </a:pPr>
                <a:r>
                  <a:rPr lang="en-US" sz="18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z_{\mathrm{vis}}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236" name="Editable Equation label-zt"/>
              <p:cNvSpPr txBox="1"/>
              <p:nvPr/>
            </p:nvSpPr>
            <p:spPr>
              <a:xfrm>
                <a:off x="12592050" y="6662738"/>
                <a:ext cx="4572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00"/>
                </a:pPr>
                <a:r>
                  <a:rPr lang="en-US" sz="18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8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e>
                        <m:sub>
                          <m:r>
                            <a:rPr lang="en-US" sz="18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36" name="Editable Equation label-zt Fallback"/>
              <p:cNvSpPr txBox="1"/>
              <p:nvPr/>
            </p:nvSpPr>
            <p:spPr>
              <a:xfrm>
                <a:off x="12592050" y="6662738"/>
                <a:ext cx="4572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00"/>
                </a:pPr>
                <a:r>
                  <a:rPr lang="en-US" sz="18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z_t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237" name="Editable Equation text-prompt-t-prime"/>
              <p:cNvSpPr txBox="1"/>
              <p:nvPr/>
            </p:nvSpPr>
            <p:spPr>
              <a:xfrm>
                <a:off x="10639425" y="7667625"/>
                <a:ext cx="4191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650"/>
                </a:pPr>
                <a:r>
                  <a:rPr lang="en-US" sz="16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p>
                        <m:e>
                          <m:r>
                            <a:rPr lang="en-US" sz="16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p>
                          <m:r>
                            <a:rPr lang="en-US" sz="16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237" name="Editable Equation text-prompt-t-prime Fallback"/>
              <p:cNvSpPr txBox="1"/>
              <p:nvPr/>
            </p:nvSpPr>
            <p:spPr>
              <a:xfrm>
                <a:off x="10639425" y="7667625"/>
                <a:ext cx="4191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650"/>
                </a:pPr>
                <a:r>
                  <a:rPr lang="en-US" sz="16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T'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238" name="Editable Equation input-user-prompt-tu"/>
              <p:cNvSpPr txBox="1"/>
              <p:nvPr/>
            </p:nvSpPr>
            <p:spPr>
              <a:xfrm>
                <a:off x="1819275" y="12449175"/>
                <a:ext cx="41910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650"/>
                </a:pPr>
                <a:r>
                  <a:rPr lang="en-US" sz="16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6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en-US" sz="16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38" name="Editable Equation input-user-prompt-tu Fallback"/>
              <p:cNvSpPr txBox="1"/>
              <p:nvPr/>
            </p:nvSpPr>
            <p:spPr>
              <a:xfrm>
                <a:off x="1819275" y="12449175"/>
                <a:ext cx="41910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650"/>
                </a:pPr>
                <a:r>
                  <a:rPr lang="en-US" sz="16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T_u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239" name="Editable Equation input-reference-image-i"/>
              <p:cNvSpPr txBox="1"/>
              <p:nvPr/>
            </p:nvSpPr>
            <p:spPr>
              <a:xfrm>
                <a:off x="1800225" y="13935075"/>
                <a:ext cx="4191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650"/>
                </a:pPr>
                <a:r>
                  <a:rPr lang="en-US" sz="16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a:rPr lang="en-US" sz="165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39" name="Editable Equation input-reference-image-i Fallback"/>
              <p:cNvSpPr txBox="1"/>
              <p:nvPr/>
            </p:nvSpPr>
            <p:spPr>
              <a:xfrm>
                <a:off x="1800225" y="13935075"/>
                <a:ext cx="4191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650"/>
                </a:pPr>
                <a:r>
                  <a:rPr lang="en-US" sz="16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I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240" name="Editable Equation semantic-tu"/>
              <p:cNvSpPr txBox="1"/>
              <p:nvPr/>
            </p:nvSpPr>
            <p:spPr>
              <a:xfrm>
                <a:off x="9686925" y="9934575"/>
                <a:ext cx="361950" cy="247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350"/>
                </a:pPr>
                <a:r>
                  <a:rPr lang="en-US" sz="13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3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en-US" sz="13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40" name="Editable Equation semantic-tu Fallback"/>
              <p:cNvSpPr txBox="1"/>
              <p:nvPr/>
            </p:nvSpPr>
            <p:spPr>
              <a:xfrm>
                <a:off x="9686925" y="9934575"/>
                <a:ext cx="361950" cy="247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350"/>
                </a:pPr>
                <a:r>
                  <a:rPr lang="en-US" sz="13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T_u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241" name="Editable Equation semantic-i"/>
              <p:cNvSpPr txBox="1"/>
              <p:nvPr/>
            </p:nvSpPr>
            <p:spPr>
              <a:xfrm>
                <a:off x="10763250" y="9944100"/>
                <a:ext cx="342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350"/>
                </a:pPr>
                <a:r>
                  <a:rPr lang="en-US" sz="13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a:rPr lang="en-US" sz="1350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41" name="Editable Equation semantic-i Fallback"/>
              <p:cNvSpPr txBox="1"/>
              <p:nvPr/>
            </p:nvSpPr>
            <p:spPr>
              <a:xfrm>
                <a:off x="10763250" y="9944100"/>
                <a:ext cx="342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350"/>
                </a:pPr>
                <a:r>
                  <a:rPr lang="en-US" sz="13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I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242" name="Editable Equation final-prompt-tf"/>
              <p:cNvSpPr txBox="1"/>
              <p:nvPr/>
            </p:nvSpPr>
            <p:spPr>
              <a:xfrm>
                <a:off x="10515600" y="11449050"/>
                <a:ext cx="3810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00"/>
                </a:pPr>
                <a:r>
                  <a:rPr lang="en-US" sz="15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5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en-US" sz="15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42" name="Editable Equation final-prompt-tf Fallback"/>
              <p:cNvSpPr txBox="1"/>
              <p:nvPr/>
            </p:nvSpPr>
            <p:spPr>
              <a:xfrm>
                <a:off x="10515600" y="11449050"/>
                <a:ext cx="3810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00"/>
                </a:pPr>
                <a:r>
                  <a:rPr lang="en-US" sz="15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T_f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243" name="Editable Equation transition-f"/>
              <p:cNvSpPr txBox="1"/>
              <p:nvPr/>
            </p:nvSpPr>
            <p:spPr>
              <a:xfrm>
                <a:off x="12306300" y="10306050"/>
                <a:ext cx="285750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125"/>
                </a:pPr>
                <a:r>
                  <a:rPr lang="en-US" sz="112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a:rPr lang="en-US" sz="1125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43" name="Editable Equation transition-f Fallback"/>
              <p:cNvSpPr txBox="1"/>
              <p:nvPr/>
            </p:nvSpPr>
            <p:spPr>
              <a:xfrm>
                <a:off x="12306300" y="10306050"/>
                <a:ext cx="285750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125"/>
                </a:pPr>
                <a:r>
                  <a:rPr lang="en-US" sz="112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F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244" name="Editable Equation camera-poses-p-formula"/>
              <p:cNvSpPr txBox="1"/>
              <p:nvPr/>
            </p:nvSpPr>
            <p:spPr>
              <a:xfrm>
                <a:off x="12306300" y="10982325"/>
                <a:ext cx="285750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125"/>
                </a:pPr>
                <a:r>
                  <a:rPr lang="en-US" sz="112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a:rPr lang="en-US" sz="1125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44" name="Editable Equation camera-poses-p-formula Fallback"/>
              <p:cNvSpPr txBox="1"/>
              <p:nvPr/>
            </p:nvSpPr>
            <p:spPr>
              <a:xfrm>
                <a:off x="12306300" y="10982325"/>
                <a:ext cx="285750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125"/>
                </a:pPr>
                <a:r>
                  <a:rPr lang="en-US" sz="112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P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245" name="Editable Equation camera-prompt-tc"/>
              <p:cNvSpPr txBox="1"/>
              <p:nvPr/>
            </p:nvSpPr>
            <p:spPr>
              <a:xfrm>
                <a:off x="16944975" y="11010900"/>
                <a:ext cx="361950" cy="247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350"/>
                </a:pPr>
                <a:r>
                  <a:rPr lang="en-US" sz="13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3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en-US" sz="13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45" name="Editable Equation camera-prompt-tc Fallback"/>
              <p:cNvSpPr txBox="1"/>
              <p:nvPr/>
            </p:nvSpPr>
            <p:spPr>
              <a:xfrm>
                <a:off x="16944975" y="11010900"/>
                <a:ext cx="361950" cy="247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350"/>
                </a:pPr>
                <a:r>
                  <a:rPr lang="en-US" sz="13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T_c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