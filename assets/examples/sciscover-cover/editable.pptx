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811000" cy="15754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C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20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11000" cy="15754350"/>
          </a:xfrm>
          <a:prstGeom prst="rect">
            <a:avLst/>
          </a:prstGeom>
          <a:solidFill>
            <a:srgbClr val="0D2442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11000" cy="1575435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62000"/>
            <a:ext cx="781050" cy="1000125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0" y="14154150"/>
            <a:ext cx="11811000" cy="1619250"/>
            <a:chOff x="0" y="12895367"/>
            <a:chExt cx="11811000" cy="1619250"/>
          </a:xfrm>
        </p:grpSpPr>
        <p:sp>
          <p:nvSpPr>
            <p:cNvPr id="8" name="Rectangle 8"/>
            <p:cNvSpPr/>
            <p:nvPr/>
          </p:nvSpPr>
          <p:spPr>
            <a:xfrm>
              <a:off x="0" y="12895367"/>
              <a:ext cx="11811000" cy="1619250"/>
            </a:xfrm>
            <a:prstGeom prst="rect">
              <a:avLst/>
            </a:prstGeom>
            <a:solidFill>
              <a:srgbClr val="071326">
                <a:alpha val="42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829175" y="14135100"/>
            <a:ext cx="4038600" cy="1619250"/>
            <a:chOff x="4829175" y="14135100"/>
            <a:chExt cx="4038600" cy="1619250"/>
          </a:xfrm>
        </p:grpSpPr>
        <p:sp>
          <p:nvSpPr>
            <p:cNvPr id="10" name="Line 10"/>
            <p:cNvSpPr/>
            <p:nvPr/>
          </p:nvSpPr>
          <p:spPr>
            <a:xfrm>
              <a:off x="4829175" y="1413510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14288">
              <a:solidFill>
                <a:srgbClr val="DBE8F4">
                  <a:alpha val="4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858250" y="1413510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14288">
              <a:solidFill>
                <a:srgbClr val="DBE8F4">
                  <a:alpha val="45000"/>
                </a:srgbClr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250507" y="866775"/>
            <a:ext cx="11125677" cy="14518481"/>
            <a:chOff x="250507" y="866775"/>
            <a:chExt cx="11125677" cy="14518481"/>
          </a:xfrm>
        </p:grpSpPr>
        <p:sp>
          <p:nvSpPr>
            <p:cNvPr id="13" name="TextBox 13"/>
            <p:cNvSpPr txBox="1"/>
            <p:nvPr/>
          </p:nvSpPr>
          <p:spPr>
            <a:xfrm>
              <a:off x="1353502" y="946309"/>
              <a:ext cx="4768825" cy="1051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75" b="1" dirty="0">
                  <a:solidFill>
                    <a:srgbClr val="081032"/>
                  </a:solidFill>
                  <a:latin typeface="Georgia"/>
                  <a:ea typeface="SimSun"/>
                  <a:cs typeface="Georgia"/>
                </a:rPr>
                <a:t>SCIENCE CHINA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15402" y="908209"/>
              <a:ext cx="4768825" cy="1051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75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SCIENCE CHINA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67825" y="866775"/>
              <a:ext cx="20083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ISSN 1869-1919 (网络)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67825" y="109537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ISSN 1674-733X (印刷)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83980" y="1349692"/>
              <a:ext cx="23655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中国科学: 信息科学(英文版)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7658" y="2167414"/>
              <a:ext cx="9779145" cy="2392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775" b="1" dirty="0">
                  <a:solidFill>
                    <a:srgbClr val="00051D"/>
                  </a:solidFill>
                  <a:latin typeface="Georgia"/>
                  <a:ea typeface="SimSun"/>
                  <a:cs typeface="Georgia"/>
                </a:rPr>
                <a:t>Information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0507" y="2100739"/>
              <a:ext cx="9779145" cy="2392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775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Information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9568" y="3842861"/>
              <a:ext cx="6504419" cy="2179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725" b="1" dirty="0">
                  <a:solidFill>
                    <a:srgbClr val="00051D"/>
                  </a:solidFill>
                  <a:latin typeface="Georgia"/>
                  <a:ea typeface="SimSun"/>
                  <a:cs typeface="Georgia"/>
                </a:rPr>
                <a:t>Sciences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2418" y="3776186"/>
              <a:ext cx="6504419" cy="2179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725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Sciences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78930" y="4250055"/>
              <a:ext cx="28256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Volume 69 · Number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78930" y="4554855"/>
              <a:ext cx="113147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January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07630" y="4554855"/>
              <a:ext cx="7002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7198" y="14565154"/>
              <a:ext cx="137367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Sponsored by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7198" y="14815185"/>
              <a:ext cx="334791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Chinese Academy of Sciences and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7198" y="15065216"/>
              <a:ext cx="454506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National Natural Science Foundation of China</a:t>
              </a:r>
            </a:p>
          </p:txBody>
        </p:sp>
      </p:grpSp>
      <p:pic>
        <p:nvPicPr>
          <p:cNvPr id="5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125" y="14611350"/>
            <a:ext cx="3476625" cy="628650"/>
          </a:xfrm>
          <a:prstGeom prst="rect">
            <a:avLst/>
          </a:prstGeom>
        </p:spPr>
      </p:pic>
      <p:pic>
        <p:nvPicPr>
          <p:cNvPr id="6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1625" y="14611350"/>
            <a:ext cx="2333625" cy="628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50</Words>
  <Application>Microsoft Office PowerPoint</Application>
  <PresentationFormat>自定义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GD</cp:lastModifiedBy>
  <cp:revision>2</cp:revision>
  <dcterms:created xsi:type="dcterms:W3CDTF">2013-01-27T09:14:16Z</dcterms:created>
  <dcterms:modified xsi:type="dcterms:W3CDTF">2026-06-30T02:49:35Z</dcterms:modified>
  <cp:category/>
</cp:coreProperties>
</file>